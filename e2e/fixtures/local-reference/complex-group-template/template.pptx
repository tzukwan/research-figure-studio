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6F423CA-76D9-4524-8820-C4C828ACBCB9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Complex Groups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19419BE-664A-452C-86E4-20FDADBB5A99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Nested-group fill fixture</a:t>
            </a:r>
          </a:p>
        </p:txBody>
      </p:sp>
      <p:grpSp>
        <p:nvGrpSpPr>
          <p:cNvPr id="30" name="outer"/>
          <p:cNvGrpSpPr/>
          <p:nvPr/>
        </p:nvGrpSpPr>
        <p:grpSpPr>
          <a:xfrm>
            <a:off x="914400" y="1371600"/>
            <a:ext cx="6400800" cy="2286000"/>
            <a:chOff x="914400" y="1371600"/>
            <a:chExt cx="6400800" cy="2286000"/>
          </a:xfrm>
        </p:grpSpPr>
        <p:grpSp>
          <p:nvGrpSpPr>
            <p:cNvPr id="31" name="inner"/>
            <p:cNvGrpSpPr/>
            <p:nvPr/>
          </p:nvGrpSpPr>
          <p:grpSpPr>
            <a:xfrm>
              <a:off x="914400" y="1371600"/>
              <a:ext cx="6400800" cy="1371600"/>
              <a:chOff x="914400" y="1371600"/>
              <a:chExt cx="6400800" cy="1371600"/>
            </a:xfrm>
          </p:grpSpPr>
          <p:sp>
            <p:nvSpPr>
              <p:cNvPr id="32" name="inner-a"/>
              <p:cNvSpPr/>
              <p:nvPr/>
            </p:nvSpPr>
            <p:spPr>
              <a:xfrm>
                <a:off x="914400" y="1371600"/>
                <a:ext cx="2743200" cy="609600"/>
              </a:xfrm>
              <a:prstGeom prst="rect">
                <a:avLst/>
              </a:prstGeom>
            </p:spPr>
            <p:txBody>
              <a:bodyPr/>
              <a:p>
                <a:r>
                  <a:rPr lang="en" sz="1400"/>
                  <a:t>Mechanism A</a:t>
                </a:r>
              </a:p>
            </p:txBody>
          </p:sp>
          <p:sp>
            <p:nvSpPr>
              <p:cNvPr id="33" name="inner-b"/>
              <p:cNvSpPr/>
              <p:nvPr/>
            </p:nvSpPr>
            <p:spPr>
              <a:xfrm>
                <a:off x="914400" y="1981200"/>
                <a:ext cx="2743200" cy="609600"/>
              </a:xfrm>
              <a:prstGeom prst="rect">
                <a:avLst/>
              </a:prstGeom>
            </p:spPr>
            <p:txBody>
              <a:bodyPr/>
              <a:p>
                <a:r>
                  <a:rPr lang="en" sz="1400"/>
                  <a:t>Mechanism B</a:t>
                </a:r>
              </a:p>
            </p:txBody>
          </p:sp>
        </p:grpSp>
        <p:sp>
          <p:nvSpPr>
            <p:cNvPr id="34" name="caption"/>
            <p:cNvSpPr/>
            <p:nvPr/>
          </p:nvSpPr>
          <p:spPr>
            <a:xfrm>
              <a:off x="914400" y="2743200"/>
              <a:ext cx="2743200" cy="609600"/>
            </a:xfrm>
            <a:prstGeom prst="rect">
              <a:avLst/>
            </a:prstGeom>
          </p:spPr>
          <p:txBody>
            <a:bodyPr/>
            <a:p>
              <a:r>
                <a:rPr lang="en" sz="1400"/>
                <a:t>Figure caption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