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14789B4-64E2-4E02-9A08-D722519B8400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Minimal Academic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3C7137E-9AB0-4F1F-82A1-F13E42743BE9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A thesis-defense style owned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14789B4-64E2-4E02-9A08-D722519B8400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Minimal Academic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3C7137E-9AB0-4F1F-82A1-F13E42743BE9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A thesis-defense style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A15C8AA-14E6-4F26-A0BD-AD6BB047211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Research Method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2DAA952-5586-4B46-82D3-8D9E1C3DDE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Mixed-method design with a controlled study.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14789B4-64E2-4E02-9A08-D722519B8400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Minimal Academic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3C7137E-9AB0-4F1F-82A1-F13E42743BE9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A thesis-defense style owned fixture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A15C8AA-14E6-4F26-A0BD-AD6BB0472119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Research Method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2DAA952-5586-4B46-82D3-8D9E1C3DDEF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Mixed-method design with a controlled study.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BDC0E67-5FF7-4028-B716-52659A54D50C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Conclusion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AC7DE4E-A341-438D-9243-8D88262B39CA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The owned fixture closes the E2E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