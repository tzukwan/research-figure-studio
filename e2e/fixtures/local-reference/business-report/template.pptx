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9036D-53C8-45FA-8C67-33B35896E541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D8260A-5AFD-477F-8E3D-EEA5C2E8A79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9036D-53C8-45FA-8C67-33B35896E541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D8260A-5AFD-477F-8E3D-EEA5C2E8A79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6EF604-699B-4FAE-B5C6-8893C6D10BD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D06259-8C37-4E36-9F96-EDA5D11F604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9036D-53C8-45FA-8C67-33B35896E541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D8260A-5AFD-477F-8E3D-EEA5C2E8A79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6EF604-699B-4FAE-B5C6-8893C6D10BD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D06259-8C37-4E36-9F96-EDA5D11F604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68BF62-7DB1-4A6B-9EA3-E13BA9CD2F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1DFD82-12D9-4A93-8E97-043F77C74BA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9036D-53C8-45FA-8C67-33B35896E541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D8260A-5AFD-477F-8E3D-EEA5C2E8A79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6EF604-699B-4FAE-B5C6-8893C6D10BD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D06259-8C37-4E36-9F96-EDA5D11F604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68BF62-7DB1-4A6B-9EA3-E13BA9CD2F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1DFD82-12D9-4A93-8E97-043F77C74BA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7B1827-61F1-491F-B4BF-8D061C2B021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Outlook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1E44A0-1345-43E7-96C2-00BCE6869E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Outlook for the business review fixture.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9036D-53C8-45FA-8C67-33B35896E541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D8260A-5AFD-477F-8E3D-EEA5C2E8A79E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6EF604-699B-4FAE-B5C6-8893C6D10BD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CD06259-8C37-4E36-9F96-EDA5D11F6040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268BF62-7DB1-4A6B-9EA3-E13BA9CD2FE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1DFD82-12D9-4A93-8E97-043F77C74BA2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7B1827-61F1-491F-B4BF-8D061C2B021A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Outlook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1E44A0-1345-43E7-96C2-00BCE6869E61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Outlook for the business review fixture.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E7F00B-6569-4EDD-9F70-E8A273B46D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Appendix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62A61FF-C4E5-459B-B37C-44EE76C68737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Appendix for the business review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