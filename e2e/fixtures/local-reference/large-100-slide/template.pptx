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0AC202F9-8A62-409C-AE59-E9E2175A21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8C88E0C4-2F6C-469E-A798-8BBD015FD4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0AC202F9-8A62-409C-AE59-E9E2175A21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8C88E0C4-2F6C-469E-A798-8BBD015FD4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3DEC4A1C-6D56-45AB-864A-A6830E4408F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3143664F-E794-4276-BD5D-5545BC626FB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0AC202F9-8A62-409C-AE59-E9E2175A21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8C88E0C4-2F6C-469E-A798-8BBD015FD4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3DEC4A1C-6D56-45AB-864A-A6830E4408F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3143664F-E794-4276-BD5D-5545BC626FB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222F5518-802A-461A-998C-63C5B53CE40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06F3D440-79F3-44D3-94AF-F0DCA4C4F14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0AC202F9-8A62-409C-AE59-E9E2175A21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8C88E0C4-2F6C-469E-A798-8BBD015FD4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3DEC4A1C-6D56-45AB-864A-A6830E4408F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3143664F-E794-4276-BD5D-5545BC626FB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222F5518-802A-461A-998C-63C5B53CE40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06F3D440-79F3-44D3-94AF-F0DCA4C4F14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CFE6DB45-5F7D-445A-94C3-4F0923A47BB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3E9D20C6-522F-4576-A579-47941BC8BAF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0AC202F9-8A62-409C-AE59-E9E2175A21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8C88E0C4-2F6C-469E-A798-8BBD015FD4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3DEC4A1C-6D56-45AB-864A-A6830E4408F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3143664F-E794-4276-BD5D-5545BC626FB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222F5518-802A-461A-998C-63C5B53CE40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06F3D440-79F3-44D3-94AF-F0DCA4C4F14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CFE6DB45-5F7D-445A-94C3-4F0923A47BB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3E9D20C6-522F-4576-A579-47941BC8BAF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C678E77F-A74D-4852-ACDC-5FD4664DBD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6A63D121-7603-4CE3-93BF-F76B272E8D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0AC202F9-8A62-409C-AE59-E9E2175A21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8C88E0C4-2F6C-469E-A798-8BBD015FD4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3DEC4A1C-6D56-45AB-864A-A6830E4408F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3143664F-E794-4276-BD5D-5545BC626FB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222F5518-802A-461A-998C-63C5B53CE40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06F3D440-79F3-44D3-94AF-F0DCA4C4F14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CFE6DB45-5F7D-445A-94C3-4F0923A47BB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3E9D20C6-522F-4576-A579-47941BC8BAF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C678E77F-A74D-4852-ACDC-5FD4664DBD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6A63D121-7603-4CE3-93BF-F76B272E8D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  <p:sp>
        <p:nvSpPr>
          <p:cNvPr id="192" name="TextBox 192">
            <a:extLst>
              <a:ext uri="{FF2B5EF4-FFF2-40B4-BE49-F238E27FC236}">
                <a16:creationId xmlns:a16="http://schemas.microsoft.com/office/drawing/2014/main" id="{D4A2C539-C377-41F6-93A9-2AB642DC6CD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96</a:t>
            </a:r>
          </a:p>
        </p:txBody>
      </p:sp>
      <p:sp>
        <p:nvSpPr>
          <p:cNvPr id="193" name="TextBox 193">
            <a:extLst>
              <a:ext uri="{FF2B5EF4-FFF2-40B4-BE49-F238E27FC236}">
                <a16:creationId xmlns:a16="http://schemas.microsoft.com/office/drawing/2014/main" id="{5263BF1D-4A02-4A68-A80D-0B4C113007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96.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0AC202F9-8A62-409C-AE59-E9E2175A21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8C88E0C4-2F6C-469E-A798-8BBD015FD4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3DEC4A1C-6D56-45AB-864A-A6830E4408F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3143664F-E794-4276-BD5D-5545BC626FB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222F5518-802A-461A-998C-63C5B53CE40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06F3D440-79F3-44D3-94AF-F0DCA4C4F14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CFE6DB45-5F7D-445A-94C3-4F0923A47BB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3E9D20C6-522F-4576-A579-47941BC8BAF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C678E77F-A74D-4852-ACDC-5FD4664DBD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6A63D121-7603-4CE3-93BF-F76B272E8D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  <p:sp>
        <p:nvSpPr>
          <p:cNvPr id="192" name="TextBox 192">
            <a:extLst>
              <a:ext uri="{FF2B5EF4-FFF2-40B4-BE49-F238E27FC236}">
                <a16:creationId xmlns:a16="http://schemas.microsoft.com/office/drawing/2014/main" id="{D4A2C539-C377-41F6-93A9-2AB642DC6CD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96</a:t>
            </a:r>
          </a:p>
        </p:txBody>
      </p:sp>
      <p:sp>
        <p:nvSpPr>
          <p:cNvPr id="193" name="TextBox 193">
            <a:extLst>
              <a:ext uri="{FF2B5EF4-FFF2-40B4-BE49-F238E27FC236}">
                <a16:creationId xmlns:a16="http://schemas.microsoft.com/office/drawing/2014/main" id="{5263BF1D-4A02-4A68-A80D-0B4C113007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96.</a:t>
            </a:r>
          </a:p>
        </p:txBody>
      </p:sp>
      <p:sp>
        <p:nvSpPr>
          <p:cNvPr id="194" name="TextBox 194">
            <a:extLst>
              <a:ext uri="{FF2B5EF4-FFF2-40B4-BE49-F238E27FC236}">
                <a16:creationId xmlns:a16="http://schemas.microsoft.com/office/drawing/2014/main" id="{53C9886D-05BD-481C-B04D-0C352694A37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97</a:t>
            </a:r>
          </a:p>
        </p:txBody>
      </p:sp>
      <p:sp>
        <p:nvSpPr>
          <p:cNvPr id="195" name="TextBox 195">
            <a:extLst>
              <a:ext uri="{FF2B5EF4-FFF2-40B4-BE49-F238E27FC236}">
                <a16:creationId xmlns:a16="http://schemas.microsoft.com/office/drawing/2014/main" id="{99143AC4-C866-4501-9695-AFA6B68F00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97.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0AC202F9-8A62-409C-AE59-E9E2175A21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8C88E0C4-2F6C-469E-A798-8BBD015FD4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3DEC4A1C-6D56-45AB-864A-A6830E4408F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3143664F-E794-4276-BD5D-5545BC626FB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222F5518-802A-461A-998C-63C5B53CE40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06F3D440-79F3-44D3-94AF-F0DCA4C4F14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CFE6DB45-5F7D-445A-94C3-4F0923A47BB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3E9D20C6-522F-4576-A579-47941BC8BAF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C678E77F-A74D-4852-ACDC-5FD4664DBD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6A63D121-7603-4CE3-93BF-F76B272E8D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  <p:sp>
        <p:nvSpPr>
          <p:cNvPr id="192" name="TextBox 192">
            <a:extLst>
              <a:ext uri="{FF2B5EF4-FFF2-40B4-BE49-F238E27FC236}">
                <a16:creationId xmlns:a16="http://schemas.microsoft.com/office/drawing/2014/main" id="{D4A2C539-C377-41F6-93A9-2AB642DC6CD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96</a:t>
            </a:r>
          </a:p>
        </p:txBody>
      </p:sp>
      <p:sp>
        <p:nvSpPr>
          <p:cNvPr id="193" name="TextBox 193">
            <a:extLst>
              <a:ext uri="{FF2B5EF4-FFF2-40B4-BE49-F238E27FC236}">
                <a16:creationId xmlns:a16="http://schemas.microsoft.com/office/drawing/2014/main" id="{5263BF1D-4A02-4A68-A80D-0B4C113007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96.</a:t>
            </a:r>
          </a:p>
        </p:txBody>
      </p:sp>
      <p:sp>
        <p:nvSpPr>
          <p:cNvPr id="194" name="TextBox 194">
            <a:extLst>
              <a:ext uri="{FF2B5EF4-FFF2-40B4-BE49-F238E27FC236}">
                <a16:creationId xmlns:a16="http://schemas.microsoft.com/office/drawing/2014/main" id="{53C9886D-05BD-481C-B04D-0C352694A37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97</a:t>
            </a:r>
          </a:p>
        </p:txBody>
      </p:sp>
      <p:sp>
        <p:nvSpPr>
          <p:cNvPr id="195" name="TextBox 195">
            <a:extLst>
              <a:ext uri="{FF2B5EF4-FFF2-40B4-BE49-F238E27FC236}">
                <a16:creationId xmlns:a16="http://schemas.microsoft.com/office/drawing/2014/main" id="{99143AC4-C866-4501-9695-AFA6B68F00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97.</a:t>
            </a:r>
          </a:p>
        </p:txBody>
      </p:sp>
      <p:sp>
        <p:nvSpPr>
          <p:cNvPr id="196" name="TextBox 196">
            <a:extLst>
              <a:ext uri="{FF2B5EF4-FFF2-40B4-BE49-F238E27FC236}">
                <a16:creationId xmlns:a16="http://schemas.microsoft.com/office/drawing/2014/main" id="{E744B3E0-723D-4EB5-8296-E99DBA397B2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98</a:t>
            </a:r>
          </a:p>
        </p:txBody>
      </p:sp>
      <p:sp>
        <p:nvSpPr>
          <p:cNvPr id="197" name="TextBox 197">
            <a:extLst>
              <a:ext uri="{FF2B5EF4-FFF2-40B4-BE49-F238E27FC236}">
                <a16:creationId xmlns:a16="http://schemas.microsoft.com/office/drawing/2014/main" id="{4C8C3724-5695-432B-8B2B-CC97E7AD52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98.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0AC202F9-8A62-409C-AE59-E9E2175A21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8C88E0C4-2F6C-469E-A798-8BBD015FD4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3DEC4A1C-6D56-45AB-864A-A6830E4408F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3143664F-E794-4276-BD5D-5545BC626FB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222F5518-802A-461A-998C-63C5B53CE40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06F3D440-79F3-44D3-94AF-F0DCA4C4F14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CFE6DB45-5F7D-445A-94C3-4F0923A47BB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3E9D20C6-522F-4576-A579-47941BC8BAF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C678E77F-A74D-4852-ACDC-5FD4664DBD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6A63D121-7603-4CE3-93BF-F76B272E8D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  <p:sp>
        <p:nvSpPr>
          <p:cNvPr id="192" name="TextBox 192">
            <a:extLst>
              <a:ext uri="{FF2B5EF4-FFF2-40B4-BE49-F238E27FC236}">
                <a16:creationId xmlns:a16="http://schemas.microsoft.com/office/drawing/2014/main" id="{D4A2C539-C377-41F6-93A9-2AB642DC6CD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96</a:t>
            </a:r>
          </a:p>
        </p:txBody>
      </p:sp>
      <p:sp>
        <p:nvSpPr>
          <p:cNvPr id="193" name="TextBox 193">
            <a:extLst>
              <a:ext uri="{FF2B5EF4-FFF2-40B4-BE49-F238E27FC236}">
                <a16:creationId xmlns:a16="http://schemas.microsoft.com/office/drawing/2014/main" id="{5263BF1D-4A02-4A68-A80D-0B4C113007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96.</a:t>
            </a:r>
          </a:p>
        </p:txBody>
      </p:sp>
      <p:sp>
        <p:nvSpPr>
          <p:cNvPr id="194" name="TextBox 194">
            <a:extLst>
              <a:ext uri="{FF2B5EF4-FFF2-40B4-BE49-F238E27FC236}">
                <a16:creationId xmlns:a16="http://schemas.microsoft.com/office/drawing/2014/main" id="{53C9886D-05BD-481C-B04D-0C352694A37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97</a:t>
            </a:r>
          </a:p>
        </p:txBody>
      </p:sp>
      <p:sp>
        <p:nvSpPr>
          <p:cNvPr id="195" name="TextBox 195">
            <a:extLst>
              <a:ext uri="{FF2B5EF4-FFF2-40B4-BE49-F238E27FC236}">
                <a16:creationId xmlns:a16="http://schemas.microsoft.com/office/drawing/2014/main" id="{99143AC4-C866-4501-9695-AFA6B68F00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97.</a:t>
            </a:r>
          </a:p>
        </p:txBody>
      </p:sp>
      <p:sp>
        <p:nvSpPr>
          <p:cNvPr id="196" name="TextBox 196">
            <a:extLst>
              <a:ext uri="{FF2B5EF4-FFF2-40B4-BE49-F238E27FC236}">
                <a16:creationId xmlns:a16="http://schemas.microsoft.com/office/drawing/2014/main" id="{E744B3E0-723D-4EB5-8296-E99DBA397B2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98</a:t>
            </a:r>
          </a:p>
        </p:txBody>
      </p:sp>
      <p:sp>
        <p:nvSpPr>
          <p:cNvPr id="197" name="TextBox 197">
            <a:extLst>
              <a:ext uri="{FF2B5EF4-FFF2-40B4-BE49-F238E27FC236}">
                <a16:creationId xmlns:a16="http://schemas.microsoft.com/office/drawing/2014/main" id="{4C8C3724-5695-432B-8B2B-CC97E7AD52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98.</a:t>
            </a:r>
          </a:p>
        </p:txBody>
      </p:sp>
      <p:sp>
        <p:nvSpPr>
          <p:cNvPr id="198" name="TextBox 198">
            <a:extLst>
              <a:ext uri="{FF2B5EF4-FFF2-40B4-BE49-F238E27FC236}">
                <a16:creationId xmlns:a16="http://schemas.microsoft.com/office/drawing/2014/main" id="{5064E19E-F606-40B2-A96B-A9BDD8861E5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99</a:t>
            </a:r>
          </a:p>
        </p:txBody>
      </p:sp>
      <p:sp>
        <p:nvSpPr>
          <p:cNvPr id="199" name="TextBox 199">
            <a:extLst>
              <a:ext uri="{FF2B5EF4-FFF2-40B4-BE49-F238E27FC236}">
                <a16:creationId xmlns:a16="http://schemas.microsoft.com/office/drawing/2014/main" id="{37350908-1686-4478-A6B5-D07F5F2C5C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99.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044133-5626-409D-BB0F-4CA957FEECF8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B2A257-2746-4896-BD68-76BF7215CBE0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6C175-C127-4FFC-B5E5-E7C8C1E8C11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80ADA1-BAFB-42E8-83FB-39BC81AD18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AE545D-DC74-4B8F-96D9-7A9A8F9E356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8161AD-2CF0-4B2E-9C19-0B22E3B884E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B54AF9-9DA2-4485-BC5A-494A9C5108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A1A622-AA61-4DBC-8AC2-62FF0BEE88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8ACF12-23E7-4526-988A-CC5C8C166C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620BE8-DCE1-4D53-A72B-B3BDEA72743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0F4F38-595B-4E70-B576-02482F3C38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199EF8-485C-4453-A7DC-A87F61DAE2E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BCD1BE7-97FE-43ED-B4A6-6272DC06E94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F4601A-2A28-4596-8016-C28DAFA2D1A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2952C9-57A0-4F8D-AEC6-C784EB472C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27626-E38D-43BE-A09B-BB34DFE563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D4A1E-19CC-4ED0-B3A4-780BF9339A8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6E4193-21A3-47A6-B9B7-A11DD26744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3CFB75-4CBF-4F10-80E7-66508F2196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1B7A65-8529-4D65-B403-A22AC19FC67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05D371-CE64-496C-B9A6-A0C0D137A1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87D75-B9DB-4489-9456-4884AD3FAB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B9F9FA-1304-488B-93D6-81F7195083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5D5ABE5-B5DB-4028-A609-885C5E0422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EE3D980-7308-4915-8791-BBCAEF9A065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959EBC-88C0-4DF4-B17A-13F9D73DDD2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E51846-1D9A-4351-BA5C-1208920905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A9EDD51-35A8-4688-BC3A-E0FB571ABA8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97F76F6-0450-4AB7-90CA-FD439DD79C1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EC6457-0AF2-4626-9061-076E3882646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9C5AC4-1EBF-495D-85E0-47A2A1F0A4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F05DA7E-B099-4685-BC88-E0B926C279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83298C1-64C7-45F6-BF87-20CD4E9292C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74CC7D6-8AD1-4527-809B-070149C181F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68B186F-42B4-498D-A715-10230EC18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88DC1EE-42F7-4BF4-9C88-93898279412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E7BDBE5-9733-42B9-9750-492785876FA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1148A9B-C367-43C3-9679-1B306F2919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78B54EB-973A-4735-959D-8DBFF298CE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D956018-DA65-4242-9612-2A6139A352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48691-3EE3-4F17-865D-3E82BC8533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B68EBED-4843-4291-832D-DD70B0F128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EDFC907-31CC-4C8C-A053-F083CAB367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C1A124-598B-45AB-8B26-8621AAB42D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32F515AB-349C-47D7-ACD2-C540C738482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ED0B66F-DDB1-459F-B3B1-7FBE19B098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0A3DE9-9BAD-41D8-B9EE-0C567C619D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7AB3F5F-5E8C-476F-952C-F2649D47575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D282A46-BFD4-4EBC-B9AA-18063D4778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1777783D-2DE0-4A8A-B777-8C922DA17B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2DC54CF2-6C2E-4918-8A0E-E65BF80FF68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9F64535-5CB8-4944-94F6-00B84DF0A51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4D1DF3DF-DC7A-4148-9A32-82F49DAF89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CC145649-23C9-4BB5-B228-AB0C5C48370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A43967EA-AC36-42C1-932D-1EDC265CCDB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2D84471-6EC8-4A19-9D85-3F1DE07339A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47BC3DA1-3E5C-497B-B5C1-FE47974590D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33CA29F-C9A9-4DBB-BDF7-0265A640C06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80DE38C-F36F-45A1-89CC-4D73AFB184B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8C709F8-EBC0-425A-8AAA-38FFF6B7465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9C323BB-E08F-4B88-B99D-0CD9B9AAD99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08C207B-2D3E-4EAF-897C-C1E2BCF068F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1F73EDDF-9548-4AC4-9195-C54F1F1159D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38F80DB-A370-48B1-B45F-0B1BE86C14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2DEF5E73-06C1-4F22-9759-99642AF86B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AF44890-A5FE-4C32-B1CB-A0E319E482D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48995855-C346-4080-83DE-150E8ABAB4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43E68F52-EF5D-42BB-A351-06D757E0DA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425DB91A-24A3-4D67-AA2B-3BAE58E663C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45CCE81-5C97-4521-B761-D4D737225F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DC4481D3-7D54-4AB4-A813-18A6D7B86AE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94F65905-055F-4449-828E-7DCEC4235F3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90F0AB9-C253-4314-ACCE-D0BE6F1ABF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6FDD8939-B931-49E0-A5C9-6216D801FD8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FAC3C736-141E-4806-B4DC-5CE9CC5E772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0B67B3A-3CC1-404E-A6A4-7D358AB3C5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1C6CC62-1D45-4C47-BD1B-8E908C13768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77934B-5321-4468-8337-CE1C178BE38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DC11903F-8A28-4A30-BE42-7D03FA3AB8C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5441935E-B679-421D-8EE3-AD23C02F5E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ED55BDA-49A2-4098-B225-0CF6B2857B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C13F393-D317-451E-8B04-1188B9E22B0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A173C2-AF9D-4B63-B7ED-4C0A02C8DA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FFE717C3-5EB5-4AC1-AFBF-3424BB814B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BEA52131-7341-40A4-99B0-2462D9D3EA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E2FAE10-B5A4-4BBD-909A-30551F74616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92B44147-AC7C-43A5-BCBF-F642E0F489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6B3463ED-EDFE-4B63-855D-74D6A8F8686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A28B4D7-2387-4C62-AA2B-BF1F98FA9B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62E2335-DFAF-4BFE-A9F2-C89DA775AB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11985CAD-953B-4854-A32A-2F188FB341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8D930F13-119F-4963-9544-975084BB01D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948D585-1985-4909-9889-2FEFD28FAD4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49278362-E8F2-4FEE-A507-5CF3BAA02F7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268FFD2-D22D-4A35-B74B-BE1E81986A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9586D2D6-8480-4A09-9BC5-E821D2DA77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D39730D3-0E57-4B44-8942-817A522EFB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1A88717-FA85-48F8-AF17-4FD10BE61D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880C2BE9-2170-4CB9-B740-D53E0AE491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2FE1EB7-7B2D-49E9-B781-ADE8550583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A3C9C6A-3354-4DDE-BED4-5598A29139A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CE58D8AA-6736-4501-8FEE-1161F6AC3F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68BAA597-A817-4DF3-8B5D-D0F99A9718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011B7482-1CA8-4648-B248-DFD520D8702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6B9096BF-A94C-4F67-94BB-A8A953A6F2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54ED1784-5BB6-47A3-9860-88B19121D3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393DD912-85A5-440A-8C3C-794C9FA318A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8836CFA-946C-4BC0-9ABB-5F096BFF12F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5FC1BD0D-B30D-4693-AE2B-7ECA60D4BA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AF6A29D2-BFD0-42EE-B8AD-EFBFDCCDFF3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B6C2D5A6-C6D0-4506-8D56-11E9EB4CE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AAD7CA59-8E90-435D-9531-FE0735247CD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9BC64BE2-D33E-48C9-9F14-459E76AD406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999EDB-0AD4-4F87-88D4-D25CBA0D86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4C004CD-75A0-4BAF-B935-5FDB40263D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6D9FE91-332E-4C1F-9BA2-15D153E419C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DC547A58-C636-4445-9F44-AB359EC22FB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0B8DEBE0-6D14-458F-A86D-184D1316949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DCF01B95-A6CE-41CA-8895-87E931D67A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C074849D-697D-41C8-85FB-C087DC5DEF5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7BE1DC3F-3E7A-4125-B037-0C06FA9BAE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D8CE905-D088-4D34-8191-0C08943751F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507B5E68-3406-40CB-8819-0F54D2CF37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2AAB287A-E521-4F88-BA7B-CEACC37D00A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3E9796F-C606-4E91-8835-169ABCF59F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39FCBD96-E402-4EB4-BB32-4B1D78FE831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7FA63FCE-11BE-4AE7-8293-1C2F3BC8715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A820CABD-3E48-4926-8F09-E68BA8935B3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767921FC-EEB8-4A04-AE80-D463B21A39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97305219-63CE-4040-8857-016F75A76AE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6892A123-B22C-4E69-9148-7B3466AE04E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1ED5D1C4-663B-4A47-B2C4-A879AE75E6C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C9C5580-E2A0-4934-87F8-3131028174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94ED877B-530F-4EF1-A61F-1DA0F19F0A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153B44A8-CF37-4042-A917-B1A79BC1A3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1A4D0D4A-B9D4-4C02-A0E7-627431569E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8DA25FFE-FAE1-428D-B380-2F90AEEDD52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6ABB7C46-2A0B-4713-9F22-0323C2B833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F8E182FC-F046-467C-8E79-1FE9BD52C85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3E15D150-8017-474B-94DC-4973278D6E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2A7156F-45A2-4550-B3EF-D7FE0EE135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54DE71C4-E67A-46B9-95F2-81C73EEC5A4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EC72402D-2C45-4033-99E3-D41F6182AB2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BB7B0431-7CBA-4AE1-9A6A-7919E6FB8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2B558747-74BF-41B7-B794-3E5398EE4BE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71485588-9812-4F03-9085-83170A74244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5C139780-90F0-412C-8449-9F78059569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CBC1C407-BB93-4D70-A6D1-ED9285778B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8CD573B6-B61D-48C7-B3F9-BE7A04EFA29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8237D329-FB15-4E7A-8F96-1ABA01DF91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E3F8A373-4E79-49CD-9708-D7161C7D4BA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D9F5F4E1-9B4A-4FCD-9046-BD32A74CCCC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66C0A865-D447-4101-9FB5-3A8077C0676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4ED8459F-7487-4DC8-9330-23ECF7A8D27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C9257724-04C4-42CE-B5CE-A16B433C577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A0F2F8C5-3FB6-4539-A6AC-7501F4270C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57CAC0BF-5F9F-46D8-9559-F685050A382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C7F968D1-21D5-45AD-9ED9-0C878DB2380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7C711CE5-B9FC-434E-992D-10847B3ACB3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0691BEA3-AFE3-4928-886E-4E968B119AF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6EDAC771-2D1F-45EF-972A-6D913810F0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3616DF87-0AD5-4974-8D18-B5451DDD13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80CACA57-1826-4C46-B5E3-7EE93DAAF8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979E137F-15E3-4E71-82AA-73D63398819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F35ECA83-AFE3-42DE-A40A-6C80349282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1EA41B1-C720-4F7F-BF23-B243D418810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D581BD81-6F59-48F2-9F8F-96ED929DF11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00B51D2C-8CC7-4FFD-82E1-EC01B63C75C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2F0B94A4-A0EA-4C65-9121-16AF7B1901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4C286D73-73DD-46D1-B236-D33BE08674C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F0B78F9E-14B2-46D4-BC12-989E327087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C51AC378-B488-424B-8A1B-DF9C60D732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6D5263DE-55AC-4974-95F0-89C1FE8BAB5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09DF755F-5F3A-4E29-A1E8-8F701E3812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7C042EAF-6D3A-47ED-8D9E-E8F48D6583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6EDF10D1-A1C6-48CE-A0F3-A361B27576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573F383C-45E1-4B4F-B63C-2397419CF3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BC1DD70F-BD11-4B22-AE0E-24A3D9DE7D3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3F830C2-9290-4EED-AE8C-41DA4E4BFF0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A3A2AD3E-AAAE-45B7-8867-BE80DC884DE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0AC202F9-8A62-409C-AE59-E9E2175A21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8C88E0C4-2F6C-469E-A798-8BBD015FD42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3DEC4A1C-6D56-45AB-864A-A6830E4408F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3143664F-E794-4276-BD5D-5545BC626FB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222F5518-802A-461A-998C-63C5B53CE40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06F3D440-79F3-44D3-94AF-F0DCA4C4F14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CFE6DB45-5F7D-445A-94C3-4F0923A47BB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3E9D20C6-522F-4576-A579-47941BC8BAF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C678E77F-A74D-4852-ACDC-5FD4664DBDE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6A63D121-7603-4CE3-93BF-F76B272E8D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  <p:sp>
        <p:nvSpPr>
          <p:cNvPr id="192" name="TextBox 192">
            <a:extLst>
              <a:ext uri="{FF2B5EF4-FFF2-40B4-BE49-F238E27FC236}">
                <a16:creationId xmlns:a16="http://schemas.microsoft.com/office/drawing/2014/main" id="{D4A2C539-C377-41F6-93A9-2AB642DC6CD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96</a:t>
            </a:r>
          </a:p>
        </p:txBody>
      </p:sp>
      <p:sp>
        <p:nvSpPr>
          <p:cNvPr id="193" name="TextBox 193">
            <a:extLst>
              <a:ext uri="{FF2B5EF4-FFF2-40B4-BE49-F238E27FC236}">
                <a16:creationId xmlns:a16="http://schemas.microsoft.com/office/drawing/2014/main" id="{5263BF1D-4A02-4A68-A80D-0B4C113007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96.</a:t>
            </a:r>
          </a:p>
        </p:txBody>
      </p:sp>
      <p:sp>
        <p:nvSpPr>
          <p:cNvPr id="194" name="TextBox 194">
            <a:extLst>
              <a:ext uri="{FF2B5EF4-FFF2-40B4-BE49-F238E27FC236}">
                <a16:creationId xmlns:a16="http://schemas.microsoft.com/office/drawing/2014/main" id="{53C9886D-05BD-481C-B04D-0C352694A37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97</a:t>
            </a:r>
          </a:p>
        </p:txBody>
      </p:sp>
      <p:sp>
        <p:nvSpPr>
          <p:cNvPr id="195" name="TextBox 195">
            <a:extLst>
              <a:ext uri="{FF2B5EF4-FFF2-40B4-BE49-F238E27FC236}">
                <a16:creationId xmlns:a16="http://schemas.microsoft.com/office/drawing/2014/main" id="{99143AC4-C866-4501-9695-AFA6B68F00B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97.</a:t>
            </a:r>
          </a:p>
        </p:txBody>
      </p:sp>
      <p:sp>
        <p:nvSpPr>
          <p:cNvPr id="196" name="TextBox 196">
            <a:extLst>
              <a:ext uri="{FF2B5EF4-FFF2-40B4-BE49-F238E27FC236}">
                <a16:creationId xmlns:a16="http://schemas.microsoft.com/office/drawing/2014/main" id="{E744B3E0-723D-4EB5-8296-E99DBA397B2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98</a:t>
            </a:r>
          </a:p>
        </p:txBody>
      </p:sp>
      <p:sp>
        <p:nvSpPr>
          <p:cNvPr id="197" name="TextBox 197">
            <a:extLst>
              <a:ext uri="{FF2B5EF4-FFF2-40B4-BE49-F238E27FC236}">
                <a16:creationId xmlns:a16="http://schemas.microsoft.com/office/drawing/2014/main" id="{4C8C3724-5695-432B-8B2B-CC97E7AD52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98.</a:t>
            </a:r>
          </a:p>
        </p:txBody>
      </p:sp>
      <p:sp>
        <p:nvSpPr>
          <p:cNvPr id="198" name="TextBox 198">
            <a:extLst>
              <a:ext uri="{FF2B5EF4-FFF2-40B4-BE49-F238E27FC236}">
                <a16:creationId xmlns:a16="http://schemas.microsoft.com/office/drawing/2014/main" id="{5064E19E-F606-40B2-A96B-A9BDD8861E5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99</a:t>
            </a:r>
          </a:p>
        </p:txBody>
      </p:sp>
      <p:sp>
        <p:nvSpPr>
          <p:cNvPr id="199" name="TextBox 199">
            <a:extLst>
              <a:ext uri="{FF2B5EF4-FFF2-40B4-BE49-F238E27FC236}">
                <a16:creationId xmlns:a16="http://schemas.microsoft.com/office/drawing/2014/main" id="{37350908-1686-4478-A6B5-D07F5F2C5C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99.</a:t>
            </a:r>
          </a:p>
        </p:txBody>
      </p:sp>
      <p:sp>
        <p:nvSpPr>
          <p:cNvPr id="200" name="TextBox 200">
            <a:extLst>
              <a:ext uri="{FF2B5EF4-FFF2-40B4-BE49-F238E27FC236}">
                <a16:creationId xmlns:a16="http://schemas.microsoft.com/office/drawing/2014/main" id="{D843972C-C0E3-495F-BD48-74354FA887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100</a:t>
            </a:r>
          </a:p>
        </p:txBody>
      </p:sp>
      <p:sp>
        <p:nvSpPr>
          <p:cNvPr id="201" name="TextBox 201">
            <a:extLst>
              <a:ext uri="{FF2B5EF4-FFF2-40B4-BE49-F238E27FC236}">
                <a16:creationId xmlns:a16="http://schemas.microsoft.com/office/drawing/2014/main" id="{31D5D312-9C5E-4532-BF9C-B7F9A8DD2C8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