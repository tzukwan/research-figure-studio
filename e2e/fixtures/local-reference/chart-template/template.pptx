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charts/chart1.xml" ContentType="application/vnd.openxmlformats-officedocument.drawingml.chart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18</c:v>
                </c:pt>
                <c:pt idx="2">
                  <c:v>15</c:v>
                </c:pt>
                <c:pt idx="3">
                  <c:v>21</c:v>
                </c:pt>
              </c:numCache>
            </c:numRef>
          </c:val>
        </c:ser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legend>
      <c:legendPos val="b"/>
      <c:overlay val="0"/>
    </c:legend>
    <c:plotVisOnly val="1"/>
    <c:dispBlanksAs val="gap"/>
  </c:chart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C4C7D2F6-458D-4C1C-954F-CD8814090A0F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Data Review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5CC26B0A-89C8-486E-BC9A-92CB2AB08F29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Native chart + table fixture</a:t>
            </a:r>
          </a:p>
        </p:txBody>
      </p:sp>
      <p:graphicFrame>
        <p:nvGraphicFramePr>
          <p:cNvPr id="4" name="Chart 4" descr="aislides-chart">
            <a:extLst>
              <a:ext uri="{FF2B5EF4-FFF2-40B4-BE49-F238E27FC236}">
                <a16:creationId xmlns:a16="http://schemas.microsoft.com/office/drawing/2014/main" id="{F06F6B9F-D350-48BD-A797-1F14996B97A4}"/>
              </a:ext>
            </a:extLst>
          </p:cNvPr>
          <p:cNvGraphicFramePr/>
          <p:nvPr/>
        </p:nvGraphicFramePr>
        <p:xfrm>
          <a:off x="914400" y="1828800"/>
          <a:ext cx="5486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A98F835-3B72-43B5-A84B-87ED4CD7272E}"/>
              </a:ext>
            </a:extLst>
          </p:cNvPr>
          <p:cNvGraphicFramePr>
            <a:graphicFrameLocks noGrp="1"/>
          </p:cNvGraphicFramePr>
          <p:nvPr/>
        </p:nvGraphicFramePr>
        <p:xfrm>
          <a:off x="6858000" y="1828800"/>
          <a:ext cx="3657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6096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