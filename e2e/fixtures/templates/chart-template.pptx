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charts/chart1.xml" ContentType="application/vnd.openxmlformats-officedocument.drawingml.chart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/>
  <p:notesSz cx="6858000" cy="9144000"/>
</p:presentation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</c:v>
                </c:pt>
                <c:pt idx="1">
                  <c:v>18</c:v>
                </c:pt>
                <c:pt idx="2">
                  <c:v>15</c:v>
                </c:pt>
                <c:pt idx="3">
                  <c:v>21</c:v>
                </c:pt>
              </c:numCache>
            </c:numRef>
          </c:val>
        </c:ser>
        <c:axId val="111111111"/>
        <c:axId val="222222222"/>
      </c:barChart>
      <c:catAx>
        <c:axId val="111111111"/>
        <c:scaling>
          <c:orientation val="minMax"/>
        </c:scaling>
        <c:delete val="0"/>
        <c:axPos val="b"/>
        <c:crossAx val="222222222"/>
      </c:catAx>
      <c:valAx>
        <c:axId val="222222222"/>
        <c:scaling>
          <c:orientation val="minMax"/>
        </c:scaling>
        <c:delete val="0"/>
        <c:axPos val="l"/>
        <c:crossAx val="111111111"/>
      </c:valAx>
    </c:plotArea>
    <c:legend>
      <c:legendPos val="b"/>
      <c:overlay val="0"/>
    </c:legend>
    <c:plotVisOnly val="1"/>
    <c:dispBlanksAs val="gap"/>
  </c:chart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99D347DE-2B87-4A75-9FA1-7EC31D1A65A0}"/>
              </a:ext>
            </a:extLst>
          </p:cNvPr>
          <p:cNvSpPr txBox="1"/>
          <p:nvPr/>
        </p:nvSpPr>
        <p:spPr>
          <a:xfrm>
            <a:off x="914400" y="1828800"/>
            <a:ext cx="9906000" cy="1371600"/>
          </a:xfrm>
        </p:spPr>
        <p:txBody>
          <a:bodyPr wrap="square" rtlCol="0"/>
          <a:lstStyle/>
          <a:p>
            <a:r>
              <a:rPr sz="3600" b="1"/>
              <a:t>Data Review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5828B64F-E202-4AC1-B7E1-F8971439C501}"/>
              </a:ext>
            </a:extLst>
          </p:cNvPr>
          <p:cNvSpPr txBox="1"/>
          <p:nvPr/>
        </p:nvSpPr>
        <p:spPr>
          <a:xfrm>
            <a:off x="914400" y="3200400"/>
            <a:ext cx="9906000" cy="914400"/>
          </a:xfrm>
        </p:spPr>
        <p:txBody>
          <a:bodyPr wrap="square" rtlCol="0"/>
          <a:lstStyle/>
          <a:p>
            <a:r>
              <a:rPr sz="1800"/>
              <a:t>Native chart + table fixture</a:t>
            </a:r>
          </a:p>
        </p:txBody>
      </p:sp>
      <p:graphicFrame>
        <p:nvGraphicFramePr>
          <p:cNvPr id="4" name="Chart 4" descr="aislides-chart">
            <a:extLst>
              <a:ext uri="{FF2B5EF4-FFF2-40B4-BE49-F238E27FC236}">
                <a16:creationId xmlns:a16="http://schemas.microsoft.com/office/drawing/2014/main" id="{F384F9F1-E948-4020-975F-9188AE91A04A}"/>
              </a:ext>
            </a:extLst>
          </p:cNvPr>
          <p:cNvGraphicFramePr/>
          <p:nvPr/>
        </p:nvGraphicFramePr>
        <p:xfrm>
          <a:off x="914400" y="1828800"/>
          <a:ext cx="548640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88CDD43C-07DA-4FEB-A564-0EBF8A3CDA83}"/>
              </a:ext>
            </a:extLst>
          </p:cNvPr>
          <p:cNvGraphicFramePr>
            <a:graphicFrameLocks noGrp="1"/>
          </p:cNvGraphicFramePr>
          <p:nvPr/>
        </p:nvGraphicFramePr>
        <p:xfrm>
          <a:off x="6858000" y="1828800"/>
          <a:ext cx="36576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</a:tblGrid>
              <a:tr h="6096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C43E1C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Microsoft YaHei"/>
        <a:cs typeface=""/>
      </a:majorFont>
      <a:minorFont>
        <a:latin typeface="Calibri"/>
        <a:ea typeface="Microsoft YaHei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