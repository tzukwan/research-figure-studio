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charts/chart1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21</c:v>
                </c:pt>
              </c:numCache>
            </c:numRef>
          </c:val>
        </c:ser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  <c:dispBlanksAs val="gap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BACBDEB-D3E5-4D1B-B891-759622C0C5DC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Data Review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0BC5CF3D-7EEC-4F9F-A895-E5E5CE85D085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Native chart + table fixture</a:t>
            </a:r>
          </a:p>
        </p:txBody>
      </p:sp>
      <p:graphicFrame>
        <p:nvGraphicFramePr>
          <p:cNvPr id="4" name="Chart 4" descr="aislides-chart">
            <a:extLst>
              <a:ext uri="{FF2B5EF4-FFF2-40B4-BE49-F238E27FC236}">
                <a16:creationId xmlns:a16="http://schemas.microsoft.com/office/drawing/2014/main" id="{9DEBF4C5-993A-496A-B9BC-08A7619D0B99}"/>
              </a:ext>
            </a:extLst>
          </p:cNvPr>
          <p:cNvGraphicFramePr/>
          <p:nvPr/>
        </p:nvGraphicFramePr>
        <p:xfrm>
          <a:off x="914400" y="182880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CB2E79B2-7CAA-41F1-969B-50849334BB43}"/>
              </a:ext>
            </a:extLst>
          </p:cNvPr>
          <p:cNvGraphicFramePr>
            <a:graphicFrameLocks noGrp="1"/>
          </p:cNvGraphicFramePr>
          <p:nvPr/>
        </p:nvGraphicFramePr>
        <p:xfrm>
          <a:off x="6858000" y="1828800"/>
          <a:ext cx="3657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