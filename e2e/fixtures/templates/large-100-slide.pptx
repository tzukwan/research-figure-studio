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E82439A0-3123-4216-816E-8E5596F43C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3996BCD3-0E41-4EE3-B08B-19D203FA33A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E82439A0-3123-4216-816E-8E5596F43C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3996BCD3-0E41-4EE3-B08B-19D203FA33A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11365203-2F5F-40C4-B4FD-9386411E66A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9FCC0CED-0388-4E7C-9E8F-8769FFC389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E82439A0-3123-4216-816E-8E5596F43C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3996BCD3-0E41-4EE3-B08B-19D203FA33A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11365203-2F5F-40C4-B4FD-9386411E66A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9FCC0CED-0388-4E7C-9E8F-8769FFC389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FBD10999-6D3C-4AC6-9F84-F8392D8912A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4199A65A-B1C0-4897-BD52-4808B41FEA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E82439A0-3123-4216-816E-8E5596F43C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3996BCD3-0E41-4EE3-B08B-19D203FA33A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11365203-2F5F-40C4-B4FD-9386411E66A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9FCC0CED-0388-4E7C-9E8F-8769FFC389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FBD10999-6D3C-4AC6-9F84-F8392D8912A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4199A65A-B1C0-4897-BD52-4808B41FEA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1EB0086E-7157-43C8-BD05-4B185E6B423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21F368B6-35F0-4EBC-9EB8-F770B43BE0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E82439A0-3123-4216-816E-8E5596F43C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3996BCD3-0E41-4EE3-B08B-19D203FA33A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11365203-2F5F-40C4-B4FD-9386411E66A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9FCC0CED-0388-4E7C-9E8F-8769FFC389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FBD10999-6D3C-4AC6-9F84-F8392D8912A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4199A65A-B1C0-4897-BD52-4808B41FEA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1EB0086E-7157-43C8-BD05-4B185E6B423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21F368B6-35F0-4EBC-9EB8-F770B43BE0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FA64ED92-032C-4EF0-B9D2-90C57AE8186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E1EECC01-B004-41D2-A9FF-977C359BADF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E82439A0-3123-4216-816E-8E5596F43C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3996BCD3-0E41-4EE3-B08B-19D203FA33A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11365203-2F5F-40C4-B4FD-9386411E66A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9FCC0CED-0388-4E7C-9E8F-8769FFC389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FBD10999-6D3C-4AC6-9F84-F8392D8912A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4199A65A-B1C0-4897-BD52-4808B41FEA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1EB0086E-7157-43C8-BD05-4B185E6B423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21F368B6-35F0-4EBC-9EB8-F770B43BE0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FA64ED92-032C-4EF0-B9D2-90C57AE8186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E1EECC01-B004-41D2-A9FF-977C359BADF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6D30A73-F413-4A6B-930D-5E0BD4A2D3A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FC510C5-D68E-424F-AB5B-26B2A758816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E82439A0-3123-4216-816E-8E5596F43C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3996BCD3-0E41-4EE3-B08B-19D203FA33A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11365203-2F5F-40C4-B4FD-9386411E66A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9FCC0CED-0388-4E7C-9E8F-8769FFC389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FBD10999-6D3C-4AC6-9F84-F8392D8912A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4199A65A-B1C0-4897-BD52-4808B41FEA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1EB0086E-7157-43C8-BD05-4B185E6B423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21F368B6-35F0-4EBC-9EB8-F770B43BE0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FA64ED92-032C-4EF0-B9D2-90C57AE8186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E1EECC01-B004-41D2-A9FF-977C359BADF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6D30A73-F413-4A6B-930D-5E0BD4A2D3A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FC510C5-D68E-424F-AB5B-26B2A758816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5838DFD3-EBAF-40A3-A8F0-D84DB66AF7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AA1F2BB6-6DFA-4C84-9EFB-6CE6EEB0DF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E82439A0-3123-4216-816E-8E5596F43C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3996BCD3-0E41-4EE3-B08B-19D203FA33A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11365203-2F5F-40C4-B4FD-9386411E66A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9FCC0CED-0388-4E7C-9E8F-8769FFC389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FBD10999-6D3C-4AC6-9F84-F8392D8912A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4199A65A-B1C0-4897-BD52-4808B41FEA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1EB0086E-7157-43C8-BD05-4B185E6B423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21F368B6-35F0-4EBC-9EB8-F770B43BE0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FA64ED92-032C-4EF0-B9D2-90C57AE8186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E1EECC01-B004-41D2-A9FF-977C359BADF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6D30A73-F413-4A6B-930D-5E0BD4A2D3A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FC510C5-D68E-424F-AB5B-26B2A758816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5838DFD3-EBAF-40A3-A8F0-D84DB66AF7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AA1F2BB6-6DFA-4C84-9EFB-6CE6EEB0DF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458D6849-AC7B-4CF9-8253-D5AA24F52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56150F0C-AE03-46D8-AC5E-7C760C09C69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E82439A0-3123-4216-816E-8E5596F43C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3996BCD3-0E41-4EE3-B08B-19D203FA33A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11365203-2F5F-40C4-B4FD-9386411E66A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9FCC0CED-0388-4E7C-9E8F-8769FFC389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FBD10999-6D3C-4AC6-9F84-F8392D8912A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4199A65A-B1C0-4897-BD52-4808B41FEA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1EB0086E-7157-43C8-BD05-4B185E6B423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21F368B6-35F0-4EBC-9EB8-F770B43BE0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FA64ED92-032C-4EF0-B9D2-90C57AE8186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E1EECC01-B004-41D2-A9FF-977C359BADF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6D30A73-F413-4A6B-930D-5E0BD4A2D3A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FC510C5-D68E-424F-AB5B-26B2A758816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5838DFD3-EBAF-40A3-A8F0-D84DB66AF7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AA1F2BB6-6DFA-4C84-9EFB-6CE6EEB0DF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458D6849-AC7B-4CF9-8253-D5AA24F52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56150F0C-AE03-46D8-AC5E-7C760C09C69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FA203AFF-87CC-4F1D-A7E5-352DE1125E5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3479077A-5E1A-4DCA-AF78-616E86DB5B2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E82439A0-3123-4216-816E-8E5596F43C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3996BCD3-0E41-4EE3-B08B-19D203FA33A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11365203-2F5F-40C4-B4FD-9386411E66A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9FCC0CED-0388-4E7C-9E8F-8769FFC389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FBD10999-6D3C-4AC6-9F84-F8392D8912A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4199A65A-B1C0-4897-BD52-4808B41FEA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1EB0086E-7157-43C8-BD05-4B185E6B423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21F368B6-35F0-4EBC-9EB8-F770B43BE0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FA64ED92-032C-4EF0-B9D2-90C57AE8186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E1EECC01-B004-41D2-A9FF-977C359BADF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6D30A73-F413-4A6B-930D-5E0BD4A2D3A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FC510C5-D68E-424F-AB5B-26B2A758816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5838DFD3-EBAF-40A3-A8F0-D84DB66AF7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AA1F2BB6-6DFA-4C84-9EFB-6CE6EEB0DF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458D6849-AC7B-4CF9-8253-D5AA24F52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56150F0C-AE03-46D8-AC5E-7C760C09C69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FA203AFF-87CC-4F1D-A7E5-352DE1125E5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3479077A-5E1A-4DCA-AF78-616E86DB5B2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268CECE2-6563-4319-8E0E-88F27A4C6AB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A0C6AA3F-197B-40EA-990D-B9FD45A46F1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E82439A0-3123-4216-816E-8E5596F43C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3996BCD3-0E41-4EE3-B08B-19D203FA33A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11365203-2F5F-40C4-B4FD-9386411E66A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9FCC0CED-0388-4E7C-9E8F-8769FFC389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FBD10999-6D3C-4AC6-9F84-F8392D8912A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4199A65A-B1C0-4897-BD52-4808B41FEA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1EB0086E-7157-43C8-BD05-4B185E6B423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21F368B6-35F0-4EBC-9EB8-F770B43BE0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FA64ED92-032C-4EF0-B9D2-90C57AE8186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E1EECC01-B004-41D2-A9FF-977C359BADF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6D30A73-F413-4A6B-930D-5E0BD4A2D3A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FC510C5-D68E-424F-AB5B-26B2A758816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5838DFD3-EBAF-40A3-A8F0-D84DB66AF7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AA1F2BB6-6DFA-4C84-9EFB-6CE6EEB0DF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458D6849-AC7B-4CF9-8253-D5AA24F52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56150F0C-AE03-46D8-AC5E-7C760C09C69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FA203AFF-87CC-4F1D-A7E5-352DE1125E5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3479077A-5E1A-4DCA-AF78-616E86DB5B2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268CECE2-6563-4319-8E0E-88F27A4C6AB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A0C6AA3F-197B-40EA-990D-B9FD45A46F1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FBA74959-8BA3-468A-BADC-9243BB4E0F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92ED571E-479B-4E31-ACC3-D5A05D11C1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E82439A0-3123-4216-816E-8E5596F43C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3996BCD3-0E41-4EE3-B08B-19D203FA33A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11365203-2F5F-40C4-B4FD-9386411E66A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9FCC0CED-0388-4E7C-9E8F-8769FFC389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FBD10999-6D3C-4AC6-9F84-F8392D8912A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4199A65A-B1C0-4897-BD52-4808B41FEA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1EB0086E-7157-43C8-BD05-4B185E6B423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21F368B6-35F0-4EBC-9EB8-F770B43BE0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FA64ED92-032C-4EF0-B9D2-90C57AE8186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E1EECC01-B004-41D2-A9FF-977C359BADF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6D30A73-F413-4A6B-930D-5E0BD4A2D3A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FC510C5-D68E-424F-AB5B-26B2A758816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5838DFD3-EBAF-40A3-A8F0-D84DB66AF7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AA1F2BB6-6DFA-4C84-9EFB-6CE6EEB0DF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458D6849-AC7B-4CF9-8253-D5AA24F52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56150F0C-AE03-46D8-AC5E-7C760C09C69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FA203AFF-87CC-4F1D-A7E5-352DE1125E5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3479077A-5E1A-4DCA-AF78-616E86DB5B2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268CECE2-6563-4319-8E0E-88F27A4C6AB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A0C6AA3F-197B-40EA-990D-B9FD45A46F1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FBA74959-8BA3-468A-BADC-9243BB4E0F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92ED571E-479B-4E31-ACC3-D5A05D11C1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D7BB12CD-4E10-4314-BEC8-E824165B4C3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2989E5C3-7961-4ABF-8882-BD66FB3961C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E82439A0-3123-4216-816E-8E5596F43C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3996BCD3-0E41-4EE3-B08B-19D203FA33A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11365203-2F5F-40C4-B4FD-9386411E66A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9FCC0CED-0388-4E7C-9E8F-8769FFC389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FBD10999-6D3C-4AC6-9F84-F8392D8912A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4199A65A-B1C0-4897-BD52-4808B41FEA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1EB0086E-7157-43C8-BD05-4B185E6B423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21F368B6-35F0-4EBC-9EB8-F770B43BE0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FA64ED92-032C-4EF0-B9D2-90C57AE8186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E1EECC01-B004-41D2-A9FF-977C359BADF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6D30A73-F413-4A6B-930D-5E0BD4A2D3A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FC510C5-D68E-424F-AB5B-26B2A758816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5838DFD3-EBAF-40A3-A8F0-D84DB66AF7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AA1F2BB6-6DFA-4C84-9EFB-6CE6EEB0DF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458D6849-AC7B-4CF9-8253-D5AA24F52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56150F0C-AE03-46D8-AC5E-7C760C09C69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FA203AFF-87CC-4F1D-A7E5-352DE1125E5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3479077A-5E1A-4DCA-AF78-616E86DB5B2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268CECE2-6563-4319-8E0E-88F27A4C6AB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A0C6AA3F-197B-40EA-990D-B9FD45A46F1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FBA74959-8BA3-468A-BADC-9243BB4E0F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92ED571E-479B-4E31-ACC3-D5A05D11C1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D7BB12CD-4E10-4314-BEC8-E824165B4C3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2989E5C3-7961-4ABF-8882-BD66FB3961C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E3B32FEA-A5DA-4B0C-AF66-A3803158DBE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03343FE4-60D3-43E8-8A2A-981F900D9F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E82439A0-3123-4216-816E-8E5596F43C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3996BCD3-0E41-4EE3-B08B-19D203FA33A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11365203-2F5F-40C4-B4FD-9386411E66A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9FCC0CED-0388-4E7C-9E8F-8769FFC389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FBD10999-6D3C-4AC6-9F84-F8392D8912A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4199A65A-B1C0-4897-BD52-4808B41FEA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1EB0086E-7157-43C8-BD05-4B185E6B423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21F368B6-35F0-4EBC-9EB8-F770B43BE0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FA64ED92-032C-4EF0-B9D2-90C57AE8186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E1EECC01-B004-41D2-A9FF-977C359BADF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6D30A73-F413-4A6B-930D-5E0BD4A2D3A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FC510C5-D68E-424F-AB5B-26B2A758816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5838DFD3-EBAF-40A3-A8F0-D84DB66AF7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AA1F2BB6-6DFA-4C84-9EFB-6CE6EEB0DF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458D6849-AC7B-4CF9-8253-D5AA24F52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56150F0C-AE03-46D8-AC5E-7C760C09C69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FA203AFF-87CC-4F1D-A7E5-352DE1125E5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3479077A-5E1A-4DCA-AF78-616E86DB5B2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268CECE2-6563-4319-8E0E-88F27A4C6AB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A0C6AA3F-197B-40EA-990D-B9FD45A46F1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FBA74959-8BA3-468A-BADC-9243BB4E0F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92ED571E-479B-4E31-ACC3-D5A05D11C1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D7BB12CD-4E10-4314-BEC8-E824165B4C3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2989E5C3-7961-4ABF-8882-BD66FB3961C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E3B32FEA-A5DA-4B0C-AF66-A3803158DBE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03343FE4-60D3-43E8-8A2A-981F900D9F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C09CE652-5316-4DBF-BDB1-E517ADDC7B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C0CEC720-8071-4A26-B2F0-D6A63453105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E82439A0-3123-4216-816E-8E5596F43C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3996BCD3-0E41-4EE3-B08B-19D203FA33A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11365203-2F5F-40C4-B4FD-9386411E66A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9FCC0CED-0388-4E7C-9E8F-8769FFC389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FBD10999-6D3C-4AC6-9F84-F8392D8912A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4199A65A-B1C0-4897-BD52-4808B41FEA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1EB0086E-7157-43C8-BD05-4B185E6B423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21F368B6-35F0-4EBC-9EB8-F770B43BE0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FA64ED92-032C-4EF0-B9D2-90C57AE8186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E1EECC01-B004-41D2-A9FF-977C359BADF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6D30A73-F413-4A6B-930D-5E0BD4A2D3A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FC510C5-D68E-424F-AB5B-26B2A758816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5838DFD3-EBAF-40A3-A8F0-D84DB66AF7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AA1F2BB6-6DFA-4C84-9EFB-6CE6EEB0DF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458D6849-AC7B-4CF9-8253-D5AA24F52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56150F0C-AE03-46D8-AC5E-7C760C09C69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FA203AFF-87CC-4F1D-A7E5-352DE1125E5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3479077A-5E1A-4DCA-AF78-616E86DB5B2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268CECE2-6563-4319-8E0E-88F27A4C6AB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A0C6AA3F-197B-40EA-990D-B9FD45A46F1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FBA74959-8BA3-468A-BADC-9243BB4E0F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92ED571E-479B-4E31-ACC3-D5A05D11C1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D7BB12CD-4E10-4314-BEC8-E824165B4C3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2989E5C3-7961-4ABF-8882-BD66FB3961C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E3B32FEA-A5DA-4B0C-AF66-A3803158DBE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03343FE4-60D3-43E8-8A2A-981F900D9F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C09CE652-5316-4DBF-BDB1-E517ADDC7B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C0CEC720-8071-4A26-B2F0-D6A63453105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6921C492-2454-464C-91C4-8F876273362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DDF5E57E-7E55-4186-9970-9D46CB0D15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E82439A0-3123-4216-816E-8E5596F43C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3996BCD3-0E41-4EE3-B08B-19D203FA33A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11365203-2F5F-40C4-B4FD-9386411E66A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9FCC0CED-0388-4E7C-9E8F-8769FFC389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FBD10999-6D3C-4AC6-9F84-F8392D8912A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4199A65A-B1C0-4897-BD52-4808B41FEA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1EB0086E-7157-43C8-BD05-4B185E6B423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21F368B6-35F0-4EBC-9EB8-F770B43BE0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FA64ED92-032C-4EF0-B9D2-90C57AE8186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E1EECC01-B004-41D2-A9FF-977C359BADF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6D30A73-F413-4A6B-930D-5E0BD4A2D3A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FC510C5-D68E-424F-AB5B-26B2A758816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5838DFD3-EBAF-40A3-A8F0-D84DB66AF7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AA1F2BB6-6DFA-4C84-9EFB-6CE6EEB0DF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458D6849-AC7B-4CF9-8253-D5AA24F52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56150F0C-AE03-46D8-AC5E-7C760C09C69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FA203AFF-87CC-4F1D-A7E5-352DE1125E5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3479077A-5E1A-4DCA-AF78-616E86DB5B2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268CECE2-6563-4319-8E0E-88F27A4C6AB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A0C6AA3F-197B-40EA-990D-B9FD45A46F1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FBA74959-8BA3-468A-BADC-9243BB4E0F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92ED571E-479B-4E31-ACC3-D5A05D11C1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D7BB12CD-4E10-4314-BEC8-E824165B4C3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2989E5C3-7961-4ABF-8882-BD66FB3961C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E3B32FEA-A5DA-4B0C-AF66-A3803158DBE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03343FE4-60D3-43E8-8A2A-981F900D9F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C09CE652-5316-4DBF-BDB1-E517ADDC7B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C0CEC720-8071-4A26-B2F0-D6A63453105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6921C492-2454-464C-91C4-8F876273362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DDF5E57E-7E55-4186-9970-9D46CB0D15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D794EAF1-889E-41BE-8E46-45BEE6A8C9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6CAEDF31-8550-45AB-8B7F-58B2C23B4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E82439A0-3123-4216-816E-8E5596F43C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3996BCD3-0E41-4EE3-B08B-19D203FA33A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11365203-2F5F-40C4-B4FD-9386411E66A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9FCC0CED-0388-4E7C-9E8F-8769FFC389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FBD10999-6D3C-4AC6-9F84-F8392D8912A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4199A65A-B1C0-4897-BD52-4808B41FEA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1EB0086E-7157-43C8-BD05-4B185E6B423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21F368B6-35F0-4EBC-9EB8-F770B43BE0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FA64ED92-032C-4EF0-B9D2-90C57AE8186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E1EECC01-B004-41D2-A9FF-977C359BADF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6D30A73-F413-4A6B-930D-5E0BD4A2D3A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FC510C5-D68E-424F-AB5B-26B2A758816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5838DFD3-EBAF-40A3-A8F0-D84DB66AF7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AA1F2BB6-6DFA-4C84-9EFB-6CE6EEB0DF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458D6849-AC7B-4CF9-8253-D5AA24F52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56150F0C-AE03-46D8-AC5E-7C760C09C69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FA203AFF-87CC-4F1D-A7E5-352DE1125E5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3479077A-5E1A-4DCA-AF78-616E86DB5B2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268CECE2-6563-4319-8E0E-88F27A4C6AB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A0C6AA3F-197B-40EA-990D-B9FD45A46F1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FBA74959-8BA3-468A-BADC-9243BB4E0F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92ED571E-479B-4E31-ACC3-D5A05D11C1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D7BB12CD-4E10-4314-BEC8-E824165B4C3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2989E5C3-7961-4ABF-8882-BD66FB3961C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E3B32FEA-A5DA-4B0C-AF66-A3803158DBE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03343FE4-60D3-43E8-8A2A-981F900D9F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C09CE652-5316-4DBF-BDB1-E517ADDC7B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C0CEC720-8071-4A26-B2F0-D6A63453105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6921C492-2454-464C-91C4-8F876273362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DDF5E57E-7E55-4186-9970-9D46CB0D15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D794EAF1-889E-41BE-8E46-45BEE6A8C9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6CAEDF31-8550-45AB-8B7F-58B2C23B4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59315AAA-993A-4AF5-94B2-A4893A8111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7B42FF26-60C2-4493-9A3F-5EC7ACF9FA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E82439A0-3123-4216-816E-8E5596F43C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3996BCD3-0E41-4EE3-B08B-19D203FA33A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11365203-2F5F-40C4-B4FD-9386411E66A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9FCC0CED-0388-4E7C-9E8F-8769FFC389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FBD10999-6D3C-4AC6-9F84-F8392D8912A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4199A65A-B1C0-4897-BD52-4808B41FEA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1EB0086E-7157-43C8-BD05-4B185E6B423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21F368B6-35F0-4EBC-9EB8-F770B43BE0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FA64ED92-032C-4EF0-B9D2-90C57AE8186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E1EECC01-B004-41D2-A9FF-977C359BADF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6D30A73-F413-4A6B-930D-5E0BD4A2D3A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FC510C5-D68E-424F-AB5B-26B2A758816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5838DFD3-EBAF-40A3-A8F0-D84DB66AF7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AA1F2BB6-6DFA-4C84-9EFB-6CE6EEB0DF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458D6849-AC7B-4CF9-8253-D5AA24F52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56150F0C-AE03-46D8-AC5E-7C760C09C69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FA203AFF-87CC-4F1D-A7E5-352DE1125E5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3479077A-5E1A-4DCA-AF78-616E86DB5B2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268CECE2-6563-4319-8E0E-88F27A4C6AB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A0C6AA3F-197B-40EA-990D-B9FD45A46F1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FBA74959-8BA3-468A-BADC-9243BB4E0F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92ED571E-479B-4E31-ACC3-D5A05D11C1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D7BB12CD-4E10-4314-BEC8-E824165B4C3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2989E5C3-7961-4ABF-8882-BD66FB3961C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E3B32FEA-A5DA-4B0C-AF66-A3803158DBE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03343FE4-60D3-43E8-8A2A-981F900D9F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C09CE652-5316-4DBF-BDB1-E517ADDC7B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C0CEC720-8071-4A26-B2F0-D6A63453105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6921C492-2454-464C-91C4-8F876273362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DDF5E57E-7E55-4186-9970-9D46CB0D15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D794EAF1-889E-41BE-8E46-45BEE6A8C9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6CAEDF31-8550-45AB-8B7F-58B2C23B4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59315AAA-993A-4AF5-94B2-A4893A8111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7B42FF26-60C2-4493-9A3F-5EC7ACF9FA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30FE7111-E328-4959-90A6-97E6A72C1C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AD970819-B8A7-481C-A893-5B91DC4981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E82439A0-3123-4216-816E-8E5596F43C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3996BCD3-0E41-4EE3-B08B-19D203FA33A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11365203-2F5F-40C4-B4FD-9386411E66A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9FCC0CED-0388-4E7C-9E8F-8769FFC389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FBD10999-6D3C-4AC6-9F84-F8392D8912A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4199A65A-B1C0-4897-BD52-4808B41FEA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1EB0086E-7157-43C8-BD05-4B185E6B423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21F368B6-35F0-4EBC-9EB8-F770B43BE0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FA64ED92-032C-4EF0-B9D2-90C57AE8186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E1EECC01-B004-41D2-A9FF-977C359BADF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6D30A73-F413-4A6B-930D-5E0BD4A2D3A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FC510C5-D68E-424F-AB5B-26B2A758816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5838DFD3-EBAF-40A3-A8F0-D84DB66AF7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AA1F2BB6-6DFA-4C84-9EFB-6CE6EEB0DF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458D6849-AC7B-4CF9-8253-D5AA24F52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56150F0C-AE03-46D8-AC5E-7C760C09C69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FA203AFF-87CC-4F1D-A7E5-352DE1125E5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3479077A-5E1A-4DCA-AF78-616E86DB5B2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268CECE2-6563-4319-8E0E-88F27A4C6AB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A0C6AA3F-197B-40EA-990D-B9FD45A46F1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FBA74959-8BA3-468A-BADC-9243BB4E0F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92ED571E-479B-4E31-ACC3-D5A05D11C1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D7BB12CD-4E10-4314-BEC8-E824165B4C3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2989E5C3-7961-4ABF-8882-BD66FB3961C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E3B32FEA-A5DA-4B0C-AF66-A3803158DBE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03343FE4-60D3-43E8-8A2A-981F900D9F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C09CE652-5316-4DBF-BDB1-E517ADDC7B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C0CEC720-8071-4A26-B2F0-D6A63453105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6921C492-2454-464C-91C4-8F876273362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DDF5E57E-7E55-4186-9970-9D46CB0D15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D794EAF1-889E-41BE-8E46-45BEE6A8C9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6CAEDF31-8550-45AB-8B7F-58B2C23B4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59315AAA-993A-4AF5-94B2-A4893A8111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7B42FF26-60C2-4493-9A3F-5EC7ACF9FA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30FE7111-E328-4959-90A6-97E6A72C1C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AD970819-B8A7-481C-A893-5B91DC4981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3B08D3E-B938-4F2F-B27C-E6E3930E56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4EE95C86-BC09-4ABE-86B1-24576758257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E82439A0-3123-4216-816E-8E5596F43C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3996BCD3-0E41-4EE3-B08B-19D203FA33A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11365203-2F5F-40C4-B4FD-9386411E66A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9FCC0CED-0388-4E7C-9E8F-8769FFC389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FBD10999-6D3C-4AC6-9F84-F8392D8912A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4199A65A-B1C0-4897-BD52-4808B41FEA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1EB0086E-7157-43C8-BD05-4B185E6B423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21F368B6-35F0-4EBC-9EB8-F770B43BE0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FA64ED92-032C-4EF0-B9D2-90C57AE8186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E1EECC01-B004-41D2-A9FF-977C359BADF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6D30A73-F413-4A6B-930D-5E0BD4A2D3A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FC510C5-D68E-424F-AB5B-26B2A758816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5838DFD3-EBAF-40A3-A8F0-D84DB66AF7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AA1F2BB6-6DFA-4C84-9EFB-6CE6EEB0DF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458D6849-AC7B-4CF9-8253-D5AA24F52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56150F0C-AE03-46D8-AC5E-7C760C09C69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FA203AFF-87CC-4F1D-A7E5-352DE1125E5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3479077A-5E1A-4DCA-AF78-616E86DB5B2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268CECE2-6563-4319-8E0E-88F27A4C6AB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A0C6AA3F-197B-40EA-990D-B9FD45A46F1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FBA74959-8BA3-468A-BADC-9243BB4E0F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92ED571E-479B-4E31-ACC3-D5A05D11C1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D7BB12CD-4E10-4314-BEC8-E824165B4C3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2989E5C3-7961-4ABF-8882-BD66FB3961C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E3B32FEA-A5DA-4B0C-AF66-A3803158DBE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03343FE4-60D3-43E8-8A2A-981F900D9F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C09CE652-5316-4DBF-BDB1-E517ADDC7B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C0CEC720-8071-4A26-B2F0-D6A63453105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6921C492-2454-464C-91C4-8F876273362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DDF5E57E-7E55-4186-9970-9D46CB0D15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D794EAF1-889E-41BE-8E46-45BEE6A8C9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6CAEDF31-8550-45AB-8B7F-58B2C23B4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59315AAA-993A-4AF5-94B2-A4893A8111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7B42FF26-60C2-4493-9A3F-5EC7ACF9FA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30FE7111-E328-4959-90A6-97E6A72C1C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AD970819-B8A7-481C-A893-5B91DC4981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3B08D3E-B938-4F2F-B27C-E6E3930E56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4EE95C86-BC09-4ABE-86B1-24576758257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21FE1EC9-5218-4AD2-97E5-75C5C274BFD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3418E25E-D0EB-4EC8-8FD5-D98ADD296AC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E82439A0-3123-4216-816E-8E5596F43C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3996BCD3-0E41-4EE3-B08B-19D203FA33A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11365203-2F5F-40C4-B4FD-9386411E66A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9FCC0CED-0388-4E7C-9E8F-8769FFC389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FBD10999-6D3C-4AC6-9F84-F8392D8912A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4199A65A-B1C0-4897-BD52-4808B41FEA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1EB0086E-7157-43C8-BD05-4B185E6B423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21F368B6-35F0-4EBC-9EB8-F770B43BE0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FA64ED92-032C-4EF0-B9D2-90C57AE8186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E1EECC01-B004-41D2-A9FF-977C359BADF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6D30A73-F413-4A6B-930D-5E0BD4A2D3A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FC510C5-D68E-424F-AB5B-26B2A758816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5838DFD3-EBAF-40A3-A8F0-D84DB66AF7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AA1F2BB6-6DFA-4C84-9EFB-6CE6EEB0DF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458D6849-AC7B-4CF9-8253-D5AA24F52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56150F0C-AE03-46D8-AC5E-7C760C09C69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FA203AFF-87CC-4F1D-A7E5-352DE1125E5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3479077A-5E1A-4DCA-AF78-616E86DB5B2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268CECE2-6563-4319-8E0E-88F27A4C6AB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A0C6AA3F-197B-40EA-990D-B9FD45A46F1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FBA74959-8BA3-468A-BADC-9243BB4E0F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92ED571E-479B-4E31-ACC3-D5A05D11C1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D7BB12CD-4E10-4314-BEC8-E824165B4C3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2989E5C3-7961-4ABF-8882-BD66FB3961C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E3B32FEA-A5DA-4B0C-AF66-A3803158DBE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03343FE4-60D3-43E8-8A2A-981F900D9F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C09CE652-5316-4DBF-BDB1-E517ADDC7B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C0CEC720-8071-4A26-B2F0-D6A63453105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6921C492-2454-464C-91C4-8F876273362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DDF5E57E-7E55-4186-9970-9D46CB0D15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D794EAF1-889E-41BE-8E46-45BEE6A8C9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6CAEDF31-8550-45AB-8B7F-58B2C23B4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59315AAA-993A-4AF5-94B2-A4893A8111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7B42FF26-60C2-4493-9A3F-5EC7ACF9FA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30FE7111-E328-4959-90A6-97E6A72C1C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AD970819-B8A7-481C-A893-5B91DC4981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3B08D3E-B938-4F2F-B27C-E6E3930E56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4EE95C86-BC09-4ABE-86B1-24576758257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21FE1EC9-5218-4AD2-97E5-75C5C274BFD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3418E25E-D0EB-4EC8-8FD5-D98ADD296AC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6841C69D-564C-4AA5-B2C6-B5684777610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A4D12817-2322-4A8D-A670-4D0B5A6325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E82439A0-3123-4216-816E-8E5596F43C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3996BCD3-0E41-4EE3-B08B-19D203FA33A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11365203-2F5F-40C4-B4FD-9386411E66A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9FCC0CED-0388-4E7C-9E8F-8769FFC389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FBD10999-6D3C-4AC6-9F84-F8392D8912A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4199A65A-B1C0-4897-BD52-4808B41FEA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1EB0086E-7157-43C8-BD05-4B185E6B423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21F368B6-35F0-4EBC-9EB8-F770B43BE0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FA64ED92-032C-4EF0-B9D2-90C57AE8186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E1EECC01-B004-41D2-A9FF-977C359BADF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6D30A73-F413-4A6B-930D-5E0BD4A2D3A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FC510C5-D68E-424F-AB5B-26B2A758816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5838DFD3-EBAF-40A3-A8F0-D84DB66AF7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AA1F2BB6-6DFA-4C84-9EFB-6CE6EEB0DF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458D6849-AC7B-4CF9-8253-D5AA24F52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56150F0C-AE03-46D8-AC5E-7C760C09C69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FA203AFF-87CC-4F1D-A7E5-352DE1125E5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3479077A-5E1A-4DCA-AF78-616E86DB5B2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268CECE2-6563-4319-8E0E-88F27A4C6AB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A0C6AA3F-197B-40EA-990D-B9FD45A46F1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FBA74959-8BA3-468A-BADC-9243BB4E0F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92ED571E-479B-4E31-ACC3-D5A05D11C1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D7BB12CD-4E10-4314-BEC8-E824165B4C3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2989E5C3-7961-4ABF-8882-BD66FB3961C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E3B32FEA-A5DA-4B0C-AF66-A3803158DBE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03343FE4-60D3-43E8-8A2A-981F900D9F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C09CE652-5316-4DBF-BDB1-E517ADDC7B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C0CEC720-8071-4A26-B2F0-D6A63453105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6921C492-2454-464C-91C4-8F876273362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DDF5E57E-7E55-4186-9970-9D46CB0D15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D794EAF1-889E-41BE-8E46-45BEE6A8C9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6CAEDF31-8550-45AB-8B7F-58B2C23B4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59315AAA-993A-4AF5-94B2-A4893A8111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7B42FF26-60C2-4493-9A3F-5EC7ACF9FA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30FE7111-E328-4959-90A6-97E6A72C1C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AD970819-B8A7-481C-A893-5B91DC4981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3B08D3E-B938-4F2F-B27C-E6E3930E56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4EE95C86-BC09-4ABE-86B1-24576758257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21FE1EC9-5218-4AD2-97E5-75C5C274BFD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3418E25E-D0EB-4EC8-8FD5-D98ADD296AC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6841C69D-564C-4AA5-B2C6-B5684777610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A4D12817-2322-4A8D-A670-4D0B5A6325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72D1E1FD-5DCB-41EC-AE76-D28776AAF97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8D54CED1-47F6-46A0-9C5D-48587A2DD1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E82439A0-3123-4216-816E-8E5596F43C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3996BCD3-0E41-4EE3-B08B-19D203FA33A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11365203-2F5F-40C4-B4FD-9386411E66A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9FCC0CED-0388-4E7C-9E8F-8769FFC389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FBD10999-6D3C-4AC6-9F84-F8392D8912A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4199A65A-B1C0-4897-BD52-4808B41FEA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1EB0086E-7157-43C8-BD05-4B185E6B423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21F368B6-35F0-4EBC-9EB8-F770B43BE0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FA64ED92-032C-4EF0-B9D2-90C57AE8186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E1EECC01-B004-41D2-A9FF-977C359BADF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6D30A73-F413-4A6B-930D-5E0BD4A2D3A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FC510C5-D68E-424F-AB5B-26B2A758816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5838DFD3-EBAF-40A3-A8F0-D84DB66AF7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AA1F2BB6-6DFA-4C84-9EFB-6CE6EEB0DF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458D6849-AC7B-4CF9-8253-D5AA24F52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56150F0C-AE03-46D8-AC5E-7C760C09C69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FA203AFF-87CC-4F1D-A7E5-352DE1125E5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3479077A-5E1A-4DCA-AF78-616E86DB5B2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268CECE2-6563-4319-8E0E-88F27A4C6AB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A0C6AA3F-197B-40EA-990D-B9FD45A46F1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FBA74959-8BA3-468A-BADC-9243BB4E0F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92ED571E-479B-4E31-ACC3-D5A05D11C1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D7BB12CD-4E10-4314-BEC8-E824165B4C3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2989E5C3-7961-4ABF-8882-BD66FB3961C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E3B32FEA-A5DA-4B0C-AF66-A3803158DBE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03343FE4-60D3-43E8-8A2A-981F900D9F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C09CE652-5316-4DBF-BDB1-E517ADDC7B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C0CEC720-8071-4A26-B2F0-D6A63453105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6921C492-2454-464C-91C4-8F876273362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DDF5E57E-7E55-4186-9970-9D46CB0D15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D794EAF1-889E-41BE-8E46-45BEE6A8C9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6CAEDF31-8550-45AB-8B7F-58B2C23B4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59315AAA-993A-4AF5-94B2-A4893A8111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7B42FF26-60C2-4493-9A3F-5EC7ACF9FA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30FE7111-E328-4959-90A6-97E6A72C1C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AD970819-B8A7-481C-A893-5B91DC4981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3B08D3E-B938-4F2F-B27C-E6E3930E56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4EE95C86-BC09-4ABE-86B1-24576758257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21FE1EC9-5218-4AD2-97E5-75C5C274BFD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3418E25E-D0EB-4EC8-8FD5-D98ADD296AC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6841C69D-564C-4AA5-B2C6-B5684777610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A4D12817-2322-4A8D-A670-4D0B5A6325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72D1E1FD-5DCB-41EC-AE76-D28776AAF97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8D54CED1-47F6-46A0-9C5D-48587A2DD1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69DD19F6-CDD4-4683-8088-8E0A213D89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32EDB2F8-20CA-4ABA-B993-F998024B01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E82439A0-3123-4216-816E-8E5596F43C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3996BCD3-0E41-4EE3-B08B-19D203FA33A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11365203-2F5F-40C4-B4FD-9386411E66A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9FCC0CED-0388-4E7C-9E8F-8769FFC389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FBD10999-6D3C-4AC6-9F84-F8392D8912A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4199A65A-B1C0-4897-BD52-4808B41FEA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1EB0086E-7157-43C8-BD05-4B185E6B423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21F368B6-35F0-4EBC-9EB8-F770B43BE0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FA64ED92-032C-4EF0-B9D2-90C57AE8186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E1EECC01-B004-41D2-A9FF-977C359BADF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6D30A73-F413-4A6B-930D-5E0BD4A2D3A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FC510C5-D68E-424F-AB5B-26B2A758816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5838DFD3-EBAF-40A3-A8F0-D84DB66AF7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AA1F2BB6-6DFA-4C84-9EFB-6CE6EEB0DF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458D6849-AC7B-4CF9-8253-D5AA24F52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56150F0C-AE03-46D8-AC5E-7C760C09C69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FA203AFF-87CC-4F1D-A7E5-352DE1125E5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3479077A-5E1A-4DCA-AF78-616E86DB5B2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268CECE2-6563-4319-8E0E-88F27A4C6AB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A0C6AA3F-197B-40EA-990D-B9FD45A46F1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FBA74959-8BA3-468A-BADC-9243BB4E0F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92ED571E-479B-4E31-ACC3-D5A05D11C1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D7BB12CD-4E10-4314-BEC8-E824165B4C3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2989E5C3-7961-4ABF-8882-BD66FB3961C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E3B32FEA-A5DA-4B0C-AF66-A3803158DBE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03343FE4-60D3-43E8-8A2A-981F900D9F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C09CE652-5316-4DBF-BDB1-E517ADDC7B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C0CEC720-8071-4A26-B2F0-D6A63453105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6921C492-2454-464C-91C4-8F876273362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DDF5E57E-7E55-4186-9970-9D46CB0D15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D794EAF1-889E-41BE-8E46-45BEE6A8C9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6CAEDF31-8550-45AB-8B7F-58B2C23B4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59315AAA-993A-4AF5-94B2-A4893A8111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7B42FF26-60C2-4493-9A3F-5EC7ACF9FA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30FE7111-E328-4959-90A6-97E6A72C1C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AD970819-B8A7-481C-A893-5B91DC4981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3B08D3E-B938-4F2F-B27C-E6E3930E56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4EE95C86-BC09-4ABE-86B1-24576758257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21FE1EC9-5218-4AD2-97E5-75C5C274BFD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3418E25E-D0EB-4EC8-8FD5-D98ADD296AC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6841C69D-564C-4AA5-B2C6-B5684777610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A4D12817-2322-4A8D-A670-4D0B5A6325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72D1E1FD-5DCB-41EC-AE76-D28776AAF97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8D54CED1-47F6-46A0-9C5D-48587A2DD1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69DD19F6-CDD4-4683-8088-8E0A213D89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32EDB2F8-20CA-4ABA-B993-F998024B01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DA49709B-072D-4C8C-ADA2-BA3508C48D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B6795E2B-2005-4C5F-9A05-841EA5FBF3C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E82439A0-3123-4216-816E-8E5596F43C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3996BCD3-0E41-4EE3-B08B-19D203FA33A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11365203-2F5F-40C4-B4FD-9386411E66A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9FCC0CED-0388-4E7C-9E8F-8769FFC389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FBD10999-6D3C-4AC6-9F84-F8392D8912A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4199A65A-B1C0-4897-BD52-4808B41FEA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1EB0086E-7157-43C8-BD05-4B185E6B423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21F368B6-35F0-4EBC-9EB8-F770B43BE0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FA64ED92-032C-4EF0-B9D2-90C57AE8186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E1EECC01-B004-41D2-A9FF-977C359BADF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6D30A73-F413-4A6B-930D-5E0BD4A2D3A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FC510C5-D68E-424F-AB5B-26B2A758816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5838DFD3-EBAF-40A3-A8F0-D84DB66AF7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AA1F2BB6-6DFA-4C84-9EFB-6CE6EEB0DF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458D6849-AC7B-4CF9-8253-D5AA24F52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56150F0C-AE03-46D8-AC5E-7C760C09C69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FA203AFF-87CC-4F1D-A7E5-352DE1125E5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3479077A-5E1A-4DCA-AF78-616E86DB5B2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268CECE2-6563-4319-8E0E-88F27A4C6AB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A0C6AA3F-197B-40EA-990D-B9FD45A46F1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FBA74959-8BA3-468A-BADC-9243BB4E0F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92ED571E-479B-4E31-ACC3-D5A05D11C1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D7BB12CD-4E10-4314-BEC8-E824165B4C3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2989E5C3-7961-4ABF-8882-BD66FB3961C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E3B32FEA-A5DA-4B0C-AF66-A3803158DBE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03343FE4-60D3-43E8-8A2A-981F900D9F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C09CE652-5316-4DBF-BDB1-E517ADDC7B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C0CEC720-8071-4A26-B2F0-D6A63453105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6921C492-2454-464C-91C4-8F876273362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DDF5E57E-7E55-4186-9970-9D46CB0D15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D794EAF1-889E-41BE-8E46-45BEE6A8C9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6CAEDF31-8550-45AB-8B7F-58B2C23B4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59315AAA-993A-4AF5-94B2-A4893A8111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7B42FF26-60C2-4493-9A3F-5EC7ACF9FA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30FE7111-E328-4959-90A6-97E6A72C1C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AD970819-B8A7-481C-A893-5B91DC4981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3B08D3E-B938-4F2F-B27C-E6E3930E56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4EE95C86-BC09-4ABE-86B1-24576758257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21FE1EC9-5218-4AD2-97E5-75C5C274BFD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3418E25E-D0EB-4EC8-8FD5-D98ADD296AC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6841C69D-564C-4AA5-B2C6-B5684777610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A4D12817-2322-4A8D-A670-4D0B5A6325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72D1E1FD-5DCB-41EC-AE76-D28776AAF97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8D54CED1-47F6-46A0-9C5D-48587A2DD1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69DD19F6-CDD4-4683-8088-8E0A213D89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32EDB2F8-20CA-4ABA-B993-F998024B01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DA49709B-072D-4C8C-ADA2-BA3508C48D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B6795E2B-2005-4C5F-9A05-841EA5FBF3C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  <p:sp>
        <p:nvSpPr>
          <p:cNvPr id="154" name="TextBox 154">
            <a:extLst>
              <a:ext uri="{FF2B5EF4-FFF2-40B4-BE49-F238E27FC236}">
                <a16:creationId xmlns:a16="http://schemas.microsoft.com/office/drawing/2014/main" id="{291952C3-4FBB-4C89-8B44-6D32BB59D3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77</a:t>
            </a:r>
          </a:p>
        </p:txBody>
      </p:sp>
      <p:sp>
        <p:nvSpPr>
          <p:cNvPr id="155" name="TextBox 155">
            <a:extLst>
              <a:ext uri="{FF2B5EF4-FFF2-40B4-BE49-F238E27FC236}">
                <a16:creationId xmlns:a16="http://schemas.microsoft.com/office/drawing/2014/main" id="{2988CA28-0E3C-4FAC-9936-BD0083C454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77.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E82439A0-3123-4216-816E-8E5596F43C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3996BCD3-0E41-4EE3-B08B-19D203FA33A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11365203-2F5F-40C4-B4FD-9386411E66A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9FCC0CED-0388-4E7C-9E8F-8769FFC389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FBD10999-6D3C-4AC6-9F84-F8392D8912A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4199A65A-B1C0-4897-BD52-4808B41FEA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1EB0086E-7157-43C8-BD05-4B185E6B423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21F368B6-35F0-4EBC-9EB8-F770B43BE0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FA64ED92-032C-4EF0-B9D2-90C57AE8186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E1EECC01-B004-41D2-A9FF-977C359BADF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6D30A73-F413-4A6B-930D-5E0BD4A2D3A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FC510C5-D68E-424F-AB5B-26B2A758816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5838DFD3-EBAF-40A3-A8F0-D84DB66AF7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AA1F2BB6-6DFA-4C84-9EFB-6CE6EEB0DF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458D6849-AC7B-4CF9-8253-D5AA24F52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56150F0C-AE03-46D8-AC5E-7C760C09C69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FA203AFF-87CC-4F1D-A7E5-352DE1125E5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3479077A-5E1A-4DCA-AF78-616E86DB5B2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268CECE2-6563-4319-8E0E-88F27A4C6AB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A0C6AA3F-197B-40EA-990D-B9FD45A46F1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FBA74959-8BA3-468A-BADC-9243BB4E0F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92ED571E-479B-4E31-ACC3-D5A05D11C1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D7BB12CD-4E10-4314-BEC8-E824165B4C3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2989E5C3-7961-4ABF-8882-BD66FB3961C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E3B32FEA-A5DA-4B0C-AF66-A3803158DBE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03343FE4-60D3-43E8-8A2A-981F900D9F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C09CE652-5316-4DBF-BDB1-E517ADDC7B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C0CEC720-8071-4A26-B2F0-D6A63453105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6921C492-2454-464C-91C4-8F876273362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DDF5E57E-7E55-4186-9970-9D46CB0D15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D794EAF1-889E-41BE-8E46-45BEE6A8C9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6CAEDF31-8550-45AB-8B7F-58B2C23B4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59315AAA-993A-4AF5-94B2-A4893A8111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7B42FF26-60C2-4493-9A3F-5EC7ACF9FA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30FE7111-E328-4959-90A6-97E6A72C1C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AD970819-B8A7-481C-A893-5B91DC4981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3B08D3E-B938-4F2F-B27C-E6E3930E56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4EE95C86-BC09-4ABE-86B1-24576758257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21FE1EC9-5218-4AD2-97E5-75C5C274BFD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3418E25E-D0EB-4EC8-8FD5-D98ADD296AC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6841C69D-564C-4AA5-B2C6-B5684777610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A4D12817-2322-4A8D-A670-4D0B5A6325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72D1E1FD-5DCB-41EC-AE76-D28776AAF97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8D54CED1-47F6-46A0-9C5D-48587A2DD1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69DD19F6-CDD4-4683-8088-8E0A213D89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32EDB2F8-20CA-4ABA-B993-F998024B01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DA49709B-072D-4C8C-ADA2-BA3508C48D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B6795E2B-2005-4C5F-9A05-841EA5FBF3C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  <p:sp>
        <p:nvSpPr>
          <p:cNvPr id="154" name="TextBox 154">
            <a:extLst>
              <a:ext uri="{FF2B5EF4-FFF2-40B4-BE49-F238E27FC236}">
                <a16:creationId xmlns:a16="http://schemas.microsoft.com/office/drawing/2014/main" id="{291952C3-4FBB-4C89-8B44-6D32BB59D3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77</a:t>
            </a:r>
          </a:p>
        </p:txBody>
      </p:sp>
      <p:sp>
        <p:nvSpPr>
          <p:cNvPr id="155" name="TextBox 155">
            <a:extLst>
              <a:ext uri="{FF2B5EF4-FFF2-40B4-BE49-F238E27FC236}">
                <a16:creationId xmlns:a16="http://schemas.microsoft.com/office/drawing/2014/main" id="{2988CA28-0E3C-4FAC-9936-BD0083C454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77.</a:t>
            </a:r>
          </a:p>
        </p:txBody>
      </p:sp>
      <p:sp>
        <p:nvSpPr>
          <p:cNvPr id="156" name="TextBox 156">
            <a:extLst>
              <a:ext uri="{FF2B5EF4-FFF2-40B4-BE49-F238E27FC236}">
                <a16:creationId xmlns:a16="http://schemas.microsoft.com/office/drawing/2014/main" id="{505CCEB2-182C-4F8B-9F88-6369FEEF25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78</a:t>
            </a:r>
          </a:p>
        </p:txBody>
      </p:sp>
      <p:sp>
        <p:nvSpPr>
          <p:cNvPr id="157" name="TextBox 157">
            <a:extLst>
              <a:ext uri="{FF2B5EF4-FFF2-40B4-BE49-F238E27FC236}">
                <a16:creationId xmlns:a16="http://schemas.microsoft.com/office/drawing/2014/main" id="{9B67A986-07D6-4BF2-A095-669FEB4910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78.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E82439A0-3123-4216-816E-8E5596F43C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3996BCD3-0E41-4EE3-B08B-19D203FA33A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11365203-2F5F-40C4-B4FD-9386411E66A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9FCC0CED-0388-4E7C-9E8F-8769FFC389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FBD10999-6D3C-4AC6-9F84-F8392D8912A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4199A65A-B1C0-4897-BD52-4808B41FEA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1EB0086E-7157-43C8-BD05-4B185E6B423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21F368B6-35F0-4EBC-9EB8-F770B43BE0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FA64ED92-032C-4EF0-B9D2-90C57AE8186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E1EECC01-B004-41D2-A9FF-977C359BADF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6D30A73-F413-4A6B-930D-5E0BD4A2D3A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FC510C5-D68E-424F-AB5B-26B2A758816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5838DFD3-EBAF-40A3-A8F0-D84DB66AF7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AA1F2BB6-6DFA-4C84-9EFB-6CE6EEB0DF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458D6849-AC7B-4CF9-8253-D5AA24F52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56150F0C-AE03-46D8-AC5E-7C760C09C69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FA203AFF-87CC-4F1D-A7E5-352DE1125E5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3479077A-5E1A-4DCA-AF78-616E86DB5B2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268CECE2-6563-4319-8E0E-88F27A4C6AB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A0C6AA3F-197B-40EA-990D-B9FD45A46F1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FBA74959-8BA3-468A-BADC-9243BB4E0F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92ED571E-479B-4E31-ACC3-D5A05D11C1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D7BB12CD-4E10-4314-BEC8-E824165B4C3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2989E5C3-7961-4ABF-8882-BD66FB3961C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E3B32FEA-A5DA-4B0C-AF66-A3803158DBE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03343FE4-60D3-43E8-8A2A-981F900D9F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C09CE652-5316-4DBF-BDB1-E517ADDC7B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C0CEC720-8071-4A26-B2F0-D6A63453105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6921C492-2454-464C-91C4-8F876273362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DDF5E57E-7E55-4186-9970-9D46CB0D15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D794EAF1-889E-41BE-8E46-45BEE6A8C9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6CAEDF31-8550-45AB-8B7F-58B2C23B4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59315AAA-993A-4AF5-94B2-A4893A8111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7B42FF26-60C2-4493-9A3F-5EC7ACF9FA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30FE7111-E328-4959-90A6-97E6A72C1C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AD970819-B8A7-481C-A893-5B91DC4981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3B08D3E-B938-4F2F-B27C-E6E3930E56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4EE95C86-BC09-4ABE-86B1-24576758257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21FE1EC9-5218-4AD2-97E5-75C5C274BFD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3418E25E-D0EB-4EC8-8FD5-D98ADD296AC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6841C69D-564C-4AA5-B2C6-B5684777610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A4D12817-2322-4A8D-A670-4D0B5A6325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72D1E1FD-5DCB-41EC-AE76-D28776AAF97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8D54CED1-47F6-46A0-9C5D-48587A2DD1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69DD19F6-CDD4-4683-8088-8E0A213D89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32EDB2F8-20CA-4ABA-B993-F998024B01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DA49709B-072D-4C8C-ADA2-BA3508C48D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B6795E2B-2005-4C5F-9A05-841EA5FBF3C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  <p:sp>
        <p:nvSpPr>
          <p:cNvPr id="154" name="TextBox 154">
            <a:extLst>
              <a:ext uri="{FF2B5EF4-FFF2-40B4-BE49-F238E27FC236}">
                <a16:creationId xmlns:a16="http://schemas.microsoft.com/office/drawing/2014/main" id="{291952C3-4FBB-4C89-8B44-6D32BB59D3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77</a:t>
            </a:r>
          </a:p>
        </p:txBody>
      </p:sp>
      <p:sp>
        <p:nvSpPr>
          <p:cNvPr id="155" name="TextBox 155">
            <a:extLst>
              <a:ext uri="{FF2B5EF4-FFF2-40B4-BE49-F238E27FC236}">
                <a16:creationId xmlns:a16="http://schemas.microsoft.com/office/drawing/2014/main" id="{2988CA28-0E3C-4FAC-9936-BD0083C454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77.</a:t>
            </a:r>
          </a:p>
        </p:txBody>
      </p:sp>
      <p:sp>
        <p:nvSpPr>
          <p:cNvPr id="156" name="TextBox 156">
            <a:extLst>
              <a:ext uri="{FF2B5EF4-FFF2-40B4-BE49-F238E27FC236}">
                <a16:creationId xmlns:a16="http://schemas.microsoft.com/office/drawing/2014/main" id="{505CCEB2-182C-4F8B-9F88-6369FEEF25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78</a:t>
            </a:r>
          </a:p>
        </p:txBody>
      </p:sp>
      <p:sp>
        <p:nvSpPr>
          <p:cNvPr id="157" name="TextBox 157">
            <a:extLst>
              <a:ext uri="{FF2B5EF4-FFF2-40B4-BE49-F238E27FC236}">
                <a16:creationId xmlns:a16="http://schemas.microsoft.com/office/drawing/2014/main" id="{9B67A986-07D6-4BF2-A095-669FEB4910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78.</a:t>
            </a:r>
          </a:p>
        </p:txBody>
      </p:sp>
      <p:sp>
        <p:nvSpPr>
          <p:cNvPr id="158" name="TextBox 158">
            <a:extLst>
              <a:ext uri="{FF2B5EF4-FFF2-40B4-BE49-F238E27FC236}">
                <a16:creationId xmlns:a16="http://schemas.microsoft.com/office/drawing/2014/main" id="{E692A411-9DA7-4C65-812A-1684A3D2696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79</a:t>
            </a:r>
          </a:p>
        </p:txBody>
      </p:sp>
      <p:sp>
        <p:nvSpPr>
          <p:cNvPr id="159" name="TextBox 159">
            <a:extLst>
              <a:ext uri="{FF2B5EF4-FFF2-40B4-BE49-F238E27FC236}">
                <a16:creationId xmlns:a16="http://schemas.microsoft.com/office/drawing/2014/main" id="{6FB319F7-8DF7-420A-BFCF-093204CF5A9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79.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E82439A0-3123-4216-816E-8E5596F43C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3996BCD3-0E41-4EE3-B08B-19D203FA33A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11365203-2F5F-40C4-B4FD-9386411E66A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9FCC0CED-0388-4E7C-9E8F-8769FFC389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FBD10999-6D3C-4AC6-9F84-F8392D8912A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4199A65A-B1C0-4897-BD52-4808B41FEA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1EB0086E-7157-43C8-BD05-4B185E6B423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21F368B6-35F0-4EBC-9EB8-F770B43BE0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FA64ED92-032C-4EF0-B9D2-90C57AE8186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E1EECC01-B004-41D2-A9FF-977C359BADF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6D30A73-F413-4A6B-930D-5E0BD4A2D3A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FC510C5-D68E-424F-AB5B-26B2A758816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5838DFD3-EBAF-40A3-A8F0-D84DB66AF7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AA1F2BB6-6DFA-4C84-9EFB-6CE6EEB0DF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458D6849-AC7B-4CF9-8253-D5AA24F52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56150F0C-AE03-46D8-AC5E-7C760C09C69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FA203AFF-87CC-4F1D-A7E5-352DE1125E5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3479077A-5E1A-4DCA-AF78-616E86DB5B2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268CECE2-6563-4319-8E0E-88F27A4C6AB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A0C6AA3F-197B-40EA-990D-B9FD45A46F1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FBA74959-8BA3-468A-BADC-9243BB4E0F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92ED571E-479B-4E31-ACC3-D5A05D11C1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D7BB12CD-4E10-4314-BEC8-E824165B4C3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2989E5C3-7961-4ABF-8882-BD66FB3961C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E3B32FEA-A5DA-4B0C-AF66-A3803158DBE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03343FE4-60D3-43E8-8A2A-981F900D9F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C09CE652-5316-4DBF-BDB1-E517ADDC7B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C0CEC720-8071-4A26-B2F0-D6A63453105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6921C492-2454-464C-91C4-8F876273362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DDF5E57E-7E55-4186-9970-9D46CB0D15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D794EAF1-889E-41BE-8E46-45BEE6A8C9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6CAEDF31-8550-45AB-8B7F-58B2C23B4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59315AAA-993A-4AF5-94B2-A4893A8111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7B42FF26-60C2-4493-9A3F-5EC7ACF9FA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30FE7111-E328-4959-90A6-97E6A72C1C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AD970819-B8A7-481C-A893-5B91DC4981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3B08D3E-B938-4F2F-B27C-E6E3930E56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4EE95C86-BC09-4ABE-86B1-24576758257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21FE1EC9-5218-4AD2-97E5-75C5C274BFD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3418E25E-D0EB-4EC8-8FD5-D98ADD296AC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6841C69D-564C-4AA5-B2C6-B5684777610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A4D12817-2322-4A8D-A670-4D0B5A6325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72D1E1FD-5DCB-41EC-AE76-D28776AAF97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8D54CED1-47F6-46A0-9C5D-48587A2DD1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69DD19F6-CDD4-4683-8088-8E0A213D89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32EDB2F8-20CA-4ABA-B993-F998024B01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DA49709B-072D-4C8C-ADA2-BA3508C48D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B6795E2B-2005-4C5F-9A05-841EA5FBF3C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  <p:sp>
        <p:nvSpPr>
          <p:cNvPr id="154" name="TextBox 154">
            <a:extLst>
              <a:ext uri="{FF2B5EF4-FFF2-40B4-BE49-F238E27FC236}">
                <a16:creationId xmlns:a16="http://schemas.microsoft.com/office/drawing/2014/main" id="{291952C3-4FBB-4C89-8B44-6D32BB59D3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77</a:t>
            </a:r>
          </a:p>
        </p:txBody>
      </p:sp>
      <p:sp>
        <p:nvSpPr>
          <p:cNvPr id="155" name="TextBox 155">
            <a:extLst>
              <a:ext uri="{FF2B5EF4-FFF2-40B4-BE49-F238E27FC236}">
                <a16:creationId xmlns:a16="http://schemas.microsoft.com/office/drawing/2014/main" id="{2988CA28-0E3C-4FAC-9936-BD0083C454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77.</a:t>
            </a:r>
          </a:p>
        </p:txBody>
      </p:sp>
      <p:sp>
        <p:nvSpPr>
          <p:cNvPr id="156" name="TextBox 156">
            <a:extLst>
              <a:ext uri="{FF2B5EF4-FFF2-40B4-BE49-F238E27FC236}">
                <a16:creationId xmlns:a16="http://schemas.microsoft.com/office/drawing/2014/main" id="{505CCEB2-182C-4F8B-9F88-6369FEEF25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78</a:t>
            </a:r>
          </a:p>
        </p:txBody>
      </p:sp>
      <p:sp>
        <p:nvSpPr>
          <p:cNvPr id="157" name="TextBox 157">
            <a:extLst>
              <a:ext uri="{FF2B5EF4-FFF2-40B4-BE49-F238E27FC236}">
                <a16:creationId xmlns:a16="http://schemas.microsoft.com/office/drawing/2014/main" id="{9B67A986-07D6-4BF2-A095-669FEB4910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78.</a:t>
            </a:r>
          </a:p>
        </p:txBody>
      </p:sp>
      <p:sp>
        <p:nvSpPr>
          <p:cNvPr id="158" name="TextBox 158">
            <a:extLst>
              <a:ext uri="{FF2B5EF4-FFF2-40B4-BE49-F238E27FC236}">
                <a16:creationId xmlns:a16="http://schemas.microsoft.com/office/drawing/2014/main" id="{E692A411-9DA7-4C65-812A-1684A3D2696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79</a:t>
            </a:r>
          </a:p>
        </p:txBody>
      </p:sp>
      <p:sp>
        <p:nvSpPr>
          <p:cNvPr id="159" name="TextBox 159">
            <a:extLst>
              <a:ext uri="{FF2B5EF4-FFF2-40B4-BE49-F238E27FC236}">
                <a16:creationId xmlns:a16="http://schemas.microsoft.com/office/drawing/2014/main" id="{6FB319F7-8DF7-420A-BFCF-093204CF5A9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79.</a:t>
            </a:r>
          </a:p>
        </p:txBody>
      </p:sp>
      <p:sp>
        <p:nvSpPr>
          <p:cNvPr id="160" name="TextBox 160">
            <a:extLst>
              <a:ext uri="{FF2B5EF4-FFF2-40B4-BE49-F238E27FC236}">
                <a16:creationId xmlns:a16="http://schemas.microsoft.com/office/drawing/2014/main" id="{A698C3AE-777C-4EDF-AC94-1E96F80BFE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80</a:t>
            </a:r>
          </a:p>
        </p:txBody>
      </p:sp>
      <p:sp>
        <p:nvSpPr>
          <p:cNvPr id="161" name="TextBox 161">
            <a:extLst>
              <a:ext uri="{FF2B5EF4-FFF2-40B4-BE49-F238E27FC236}">
                <a16:creationId xmlns:a16="http://schemas.microsoft.com/office/drawing/2014/main" id="{B78CA419-47B0-4E4E-B8E0-CFFF95BE3F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80.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E82439A0-3123-4216-816E-8E5596F43C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3996BCD3-0E41-4EE3-B08B-19D203FA33A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11365203-2F5F-40C4-B4FD-9386411E66A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9FCC0CED-0388-4E7C-9E8F-8769FFC389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FBD10999-6D3C-4AC6-9F84-F8392D8912A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4199A65A-B1C0-4897-BD52-4808B41FEA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1EB0086E-7157-43C8-BD05-4B185E6B423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21F368B6-35F0-4EBC-9EB8-F770B43BE0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FA64ED92-032C-4EF0-B9D2-90C57AE8186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E1EECC01-B004-41D2-A9FF-977C359BADF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6D30A73-F413-4A6B-930D-5E0BD4A2D3A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FC510C5-D68E-424F-AB5B-26B2A758816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5838DFD3-EBAF-40A3-A8F0-D84DB66AF7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AA1F2BB6-6DFA-4C84-9EFB-6CE6EEB0DF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458D6849-AC7B-4CF9-8253-D5AA24F52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56150F0C-AE03-46D8-AC5E-7C760C09C69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FA203AFF-87CC-4F1D-A7E5-352DE1125E5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3479077A-5E1A-4DCA-AF78-616E86DB5B2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268CECE2-6563-4319-8E0E-88F27A4C6AB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A0C6AA3F-197B-40EA-990D-B9FD45A46F1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FBA74959-8BA3-468A-BADC-9243BB4E0F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92ED571E-479B-4E31-ACC3-D5A05D11C1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D7BB12CD-4E10-4314-BEC8-E824165B4C3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2989E5C3-7961-4ABF-8882-BD66FB3961C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E3B32FEA-A5DA-4B0C-AF66-A3803158DBE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03343FE4-60D3-43E8-8A2A-981F900D9F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C09CE652-5316-4DBF-BDB1-E517ADDC7B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C0CEC720-8071-4A26-B2F0-D6A63453105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6921C492-2454-464C-91C4-8F876273362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DDF5E57E-7E55-4186-9970-9D46CB0D15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D794EAF1-889E-41BE-8E46-45BEE6A8C9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6CAEDF31-8550-45AB-8B7F-58B2C23B4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59315AAA-993A-4AF5-94B2-A4893A8111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7B42FF26-60C2-4493-9A3F-5EC7ACF9FA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30FE7111-E328-4959-90A6-97E6A72C1C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AD970819-B8A7-481C-A893-5B91DC4981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3B08D3E-B938-4F2F-B27C-E6E3930E56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4EE95C86-BC09-4ABE-86B1-24576758257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21FE1EC9-5218-4AD2-97E5-75C5C274BFD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3418E25E-D0EB-4EC8-8FD5-D98ADD296AC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6841C69D-564C-4AA5-B2C6-B5684777610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A4D12817-2322-4A8D-A670-4D0B5A6325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72D1E1FD-5DCB-41EC-AE76-D28776AAF97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8D54CED1-47F6-46A0-9C5D-48587A2DD1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69DD19F6-CDD4-4683-8088-8E0A213D89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32EDB2F8-20CA-4ABA-B993-F998024B01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DA49709B-072D-4C8C-ADA2-BA3508C48D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B6795E2B-2005-4C5F-9A05-841EA5FBF3C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  <p:sp>
        <p:nvSpPr>
          <p:cNvPr id="154" name="TextBox 154">
            <a:extLst>
              <a:ext uri="{FF2B5EF4-FFF2-40B4-BE49-F238E27FC236}">
                <a16:creationId xmlns:a16="http://schemas.microsoft.com/office/drawing/2014/main" id="{291952C3-4FBB-4C89-8B44-6D32BB59D3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77</a:t>
            </a:r>
          </a:p>
        </p:txBody>
      </p:sp>
      <p:sp>
        <p:nvSpPr>
          <p:cNvPr id="155" name="TextBox 155">
            <a:extLst>
              <a:ext uri="{FF2B5EF4-FFF2-40B4-BE49-F238E27FC236}">
                <a16:creationId xmlns:a16="http://schemas.microsoft.com/office/drawing/2014/main" id="{2988CA28-0E3C-4FAC-9936-BD0083C454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77.</a:t>
            </a:r>
          </a:p>
        </p:txBody>
      </p:sp>
      <p:sp>
        <p:nvSpPr>
          <p:cNvPr id="156" name="TextBox 156">
            <a:extLst>
              <a:ext uri="{FF2B5EF4-FFF2-40B4-BE49-F238E27FC236}">
                <a16:creationId xmlns:a16="http://schemas.microsoft.com/office/drawing/2014/main" id="{505CCEB2-182C-4F8B-9F88-6369FEEF25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78</a:t>
            </a:r>
          </a:p>
        </p:txBody>
      </p:sp>
      <p:sp>
        <p:nvSpPr>
          <p:cNvPr id="157" name="TextBox 157">
            <a:extLst>
              <a:ext uri="{FF2B5EF4-FFF2-40B4-BE49-F238E27FC236}">
                <a16:creationId xmlns:a16="http://schemas.microsoft.com/office/drawing/2014/main" id="{9B67A986-07D6-4BF2-A095-669FEB4910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78.</a:t>
            </a:r>
          </a:p>
        </p:txBody>
      </p:sp>
      <p:sp>
        <p:nvSpPr>
          <p:cNvPr id="158" name="TextBox 158">
            <a:extLst>
              <a:ext uri="{FF2B5EF4-FFF2-40B4-BE49-F238E27FC236}">
                <a16:creationId xmlns:a16="http://schemas.microsoft.com/office/drawing/2014/main" id="{E692A411-9DA7-4C65-812A-1684A3D2696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79</a:t>
            </a:r>
          </a:p>
        </p:txBody>
      </p:sp>
      <p:sp>
        <p:nvSpPr>
          <p:cNvPr id="159" name="TextBox 159">
            <a:extLst>
              <a:ext uri="{FF2B5EF4-FFF2-40B4-BE49-F238E27FC236}">
                <a16:creationId xmlns:a16="http://schemas.microsoft.com/office/drawing/2014/main" id="{6FB319F7-8DF7-420A-BFCF-093204CF5A9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79.</a:t>
            </a:r>
          </a:p>
        </p:txBody>
      </p:sp>
      <p:sp>
        <p:nvSpPr>
          <p:cNvPr id="160" name="TextBox 160">
            <a:extLst>
              <a:ext uri="{FF2B5EF4-FFF2-40B4-BE49-F238E27FC236}">
                <a16:creationId xmlns:a16="http://schemas.microsoft.com/office/drawing/2014/main" id="{A698C3AE-777C-4EDF-AC94-1E96F80BFE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80</a:t>
            </a:r>
          </a:p>
        </p:txBody>
      </p:sp>
      <p:sp>
        <p:nvSpPr>
          <p:cNvPr id="161" name="TextBox 161">
            <a:extLst>
              <a:ext uri="{FF2B5EF4-FFF2-40B4-BE49-F238E27FC236}">
                <a16:creationId xmlns:a16="http://schemas.microsoft.com/office/drawing/2014/main" id="{B78CA419-47B0-4E4E-B8E0-CFFF95BE3F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80.</a:t>
            </a:r>
          </a:p>
        </p:txBody>
      </p:sp>
      <p:sp>
        <p:nvSpPr>
          <p:cNvPr id="162" name="TextBox 162">
            <a:extLst>
              <a:ext uri="{FF2B5EF4-FFF2-40B4-BE49-F238E27FC236}">
                <a16:creationId xmlns:a16="http://schemas.microsoft.com/office/drawing/2014/main" id="{0D46E08E-43E9-4B2F-874C-74BB5A8A66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81</a:t>
            </a:r>
          </a:p>
        </p:txBody>
      </p:sp>
      <p:sp>
        <p:nvSpPr>
          <p:cNvPr id="163" name="TextBox 163">
            <a:extLst>
              <a:ext uri="{FF2B5EF4-FFF2-40B4-BE49-F238E27FC236}">
                <a16:creationId xmlns:a16="http://schemas.microsoft.com/office/drawing/2014/main" id="{10E71588-6CE2-4EF3-A14A-685127CE98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81.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E82439A0-3123-4216-816E-8E5596F43C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3996BCD3-0E41-4EE3-B08B-19D203FA33A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11365203-2F5F-40C4-B4FD-9386411E66A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9FCC0CED-0388-4E7C-9E8F-8769FFC389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FBD10999-6D3C-4AC6-9F84-F8392D8912A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4199A65A-B1C0-4897-BD52-4808B41FEA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1EB0086E-7157-43C8-BD05-4B185E6B423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21F368B6-35F0-4EBC-9EB8-F770B43BE0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FA64ED92-032C-4EF0-B9D2-90C57AE8186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E1EECC01-B004-41D2-A9FF-977C359BADF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6D30A73-F413-4A6B-930D-5E0BD4A2D3A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FC510C5-D68E-424F-AB5B-26B2A758816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5838DFD3-EBAF-40A3-A8F0-D84DB66AF7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AA1F2BB6-6DFA-4C84-9EFB-6CE6EEB0DF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458D6849-AC7B-4CF9-8253-D5AA24F52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56150F0C-AE03-46D8-AC5E-7C760C09C69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FA203AFF-87CC-4F1D-A7E5-352DE1125E5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3479077A-5E1A-4DCA-AF78-616E86DB5B2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268CECE2-6563-4319-8E0E-88F27A4C6AB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A0C6AA3F-197B-40EA-990D-B9FD45A46F1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FBA74959-8BA3-468A-BADC-9243BB4E0F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92ED571E-479B-4E31-ACC3-D5A05D11C1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D7BB12CD-4E10-4314-BEC8-E824165B4C3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2989E5C3-7961-4ABF-8882-BD66FB3961C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E3B32FEA-A5DA-4B0C-AF66-A3803158DBE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03343FE4-60D3-43E8-8A2A-981F900D9F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C09CE652-5316-4DBF-BDB1-E517ADDC7B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C0CEC720-8071-4A26-B2F0-D6A63453105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6921C492-2454-464C-91C4-8F876273362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DDF5E57E-7E55-4186-9970-9D46CB0D15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D794EAF1-889E-41BE-8E46-45BEE6A8C9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6CAEDF31-8550-45AB-8B7F-58B2C23B4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59315AAA-993A-4AF5-94B2-A4893A8111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7B42FF26-60C2-4493-9A3F-5EC7ACF9FA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30FE7111-E328-4959-90A6-97E6A72C1C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AD970819-B8A7-481C-A893-5B91DC4981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3B08D3E-B938-4F2F-B27C-E6E3930E56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4EE95C86-BC09-4ABE-86B1-24576758257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21FE1EC9-5218-4AD2-97E5-75C5C274BFD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3418E25E-D0EB-4EC8-8FD5-D98ADD296AC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6841C69D-564C-4AA5-B2C6-B5684777610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A4D12817-2322-4A8D-A670-4D0B5A6325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72D1E1FD-5DCB-41EC-AE76-D28776AAF97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8D54CED1-47F6-46A0-9C5D-48587A2DD1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69DD19F6-CDD4-4683-8088-8E0A213D89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32EDB2F8-20CA-4ABA-B993-F998024B01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DA49709B-072D-4C8C-ADA2-BA3508C48D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B6795E2B-2005-4C5F-9A05-841EA5FBF3C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  <p:sp>
        <p:nvSpPr>
          <p:cNvPr id="154" name="TextBox 154">
            <a:extLst>
              <a:ext uri="{FF2B5EF4-FFF2-40B4-BE49-F238E27FC236}">
                <a16:creationId xmlns:a16="http://schemas.microsoft.com/office/drawing/2014/main" id="{291952C3-4FBB-4C89-8B44-6D32BB59D3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77</a:t>
            </a:r>
          </a:p>
        </p:txBody>
      </p:sp>
      <p:sp>
        <p:nvSpPr>
          <p:cNvPr id="155" name="TextBox 155">
            <a:extLst>
              <a:ext uri="{FF2B5EF4-FFF2-40B4-BE49-F238E27FC236}">
                <a16:creationId xmlns:a16="http://schemas.microsoft.com/office/drawing/2014/main" id="{2988CA28-0E3C-4FAC-9936-BD0083C454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77.</a:t>
            </a:r>
          </a:p>
        </p:txBody>
      </p:sp>
      <p:sp>
        <p:nvSpPr>
          <p:cNvPr id="156" name="TextBox 156">
            <a:extLst>
              <a:ext uri="{FF2B5EF4-FFF2-40B4-BE49-F238E27FC236}">
                <a16:creationId xmlns:a16="http://schemas.microsoft.com/office/drawing/2014/main" id="{505CCEB2-182C-4F8B-9F88-6369FEEF25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78</a:t>
            </a:r>
          </a:p>
        </p:txBody>
      </p:sp>
      <p:sp>
        <p:nvSpPr>
          <p:cNvPr id="157" name="TextBox 157">
            <a:extLst>
              <a:ext uri="{FF2B5EF4-FFF2-40B4-BE49-F238E27FC236}">
                <a16:creationId xmlns:a16="http://schemas.microsoft.com/office/drawing/2014/main" id="{9B67A986-07D6-4BF2-A095-669FEB4910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78.</a:t>
            </a:r>
          </a:p>
        </p:txBody>
      </p:sp>
      <p:sp>
        <p:nvSpPr>
          <p:cNvPr id="158" name="TextBox 158">
            <a:extLst>
              <a:ext uri="{FF2B5EF4-FFF2-40B4-BE49-F238E27FC236}">
                <a16:creationId xmlns:a16="http://schemas.microsoft.com/office/drawing/2014/main" id="{E692A411-9DA7-4C65-812A-1684A3D2696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79</a:t>
            </a:r>
          </a:p>
        </p:txBody>
      </p:sp>
      <p:sp>
        <p:nvSpPr>
          <p:cNvPr id="159" name="TextBox 159">
            <a:extLst>
              <a:ext uri="{FF2B5EF4-FFF2-40B4-BE49-F238E27FC236}">
                <a16:creationId xmlns:a16="http://schemas.microsoft.com/office/drawing/2014/main" id="{6FB319F7-8DF7-420A-BFCF-093204CF5A9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79.</a:t>
            </a:r>
          </a:p>
        </p:txBody>
      </p:sp>
      <p:sp>
        <p:nvSpPr>
          <p:cNvPr id="160" name="TextBox 160">
            <a:extLst>
              <a:ext uri="{FF2B5EF4-FFF2-40B4-BE49-F238E27FC236}">
                <a16:creationId xmlns:a16="http://schemas.microsoft.com/office/drawing/2014/main" id="{A698C3AE-777C-4EDF-AC94-1E96F80BFE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80</a:t>
            </a:r>
          </a:p>
        </p:txBody>
      </p:sp>
      <p:sp>
        <p:nvSpPr>
          <p:cNvPr id="161" name="TextBox 161">
            <a:extLst>
              <a:ext uri="{FF2B5EF4-FFF2-40B4-BE49-F238E27FC236}">
                <a16:creationId xmlns:a16="http://schemas.microsoft.com/office/drawing/2014/main" id="{B78CA419-47B0-4E4E-B8E0-CFFF95BE3F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80.</a:t>
            </a:r>
          </a:p>
        </p:txBody>
      </p:sp>
      <p:sp>
        <p:nvSpPr>
          <p:cNvPr id="162" name="TextBox 162">
            <a:extLst>
              <a:ext uri="{FF2B5EF4-FFF2-40B4-BE49-F238E27FC236}">
                <a16:creationId xmlns:a16="http://schemas.microsoft.com/office/drawing/2014/main" id="{0D46E08E-43E9-4B2F-874C-74BB5A8A66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81</a:t>
            </a:r>
          </a:p>
        </p:txBody>
      </p:sp>
      <p:sp>
        <p:nvSpPr>
          <p:cNvPr id="163" name="TextBox 163">
            <a:extLst>
              <a:ext uri="{FF2B5EF4-FFF2-40B4-BE49-F238E27FC236}">
                <a16:creationId xmlns:a16="http://schemas.microsoft.com/office/drawing/2014/main" id="{10E71588-6CE2-4EF3-A14A-685127CE98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81.</a:t>
            </a:r>
          </a:p>
        </p:txBody>
      </p:sp>
      <p:sp>
        <p:nvSpPr>
          <p:cNvPr id="164" name="TextBox 164">
            <a:extLst>
              <a:ext uri="{FF2B5EF4-FFF2-40B4-BE49-F238E27FC236}">
                <a16:creationId xmlns:a16="http://schemas.microsoft.com/office/drawing/2014/main" id="{17B41602-B466-4A7E-AAE4-5F44D4E6129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82</a:t>
            </a:r>
          </a:p>
        </p:txBody>
      </p:sp>
      <p:sp>
        <p:nvSpPr>
          <p:cNvPr id="165" name="TextBox 165">
            <a:extLst>
              <a:ext uri="{FF2B5EF4-FFF2-40B4-BE49-F238E27FC236}">
                <a16:creationId xmlns:a16="http://schemas.microsoft.com/office/drawing/2014/main" id="{85768EA0-1896-4AE8-822E-A4B5B098DB8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82.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E82439A0-3123-4216-816E-8E5596F43C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3996BCD3-0E41-4EE3-B08B-19D203FA33A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11365203-2F5F-40C4-B4FD-9386411E66A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9FCC0CED-0388-4E7C-9E8F-8769FFC389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FBD10999-6D3C-4AC6-9F84-F8392D8912A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4199A65A-B1C0-4897-BD52-4808B41FEA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1EB0086E-7157-43C8-BD05-4B185E6B423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21F368B6-35F0-4EBC-9EB8-F770B43BE0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FA64ED92-032C-4EF0-B9D2-90C57AE8186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E1EECC01-B004-41D2-A9FF-977C359BADF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6D30A73-F413-4A6B-930D-5E0BD4A2D3A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FC510C5-D68E-424F-AB5B-26B2A758816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5838DFD3-EBAF-40A3-A8F0-D84DB66AF7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AA1F2BB6-6DFA-4C84-9EFB-6CE6EEB0DF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458D6849-AC7B-4CF9-8253-D5AA24F52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56150F0C-AE03-46D8-AC5E-7C760C09C69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FA203AFF-87CC-4F1D-A7E5-352DE1125E5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3479077A-5E1A-4DCA-AF78-616E86DB5B2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268CECE2-6563-4319-8E0E-88F27A4C6AB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A0C6AA3F-197B-40EA-990D-B9FD45A46F1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FBA74959-8BA3-468A-BADC-9243BB4E0F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92ED571E-479B-4E31-ACC3-D5A05D11C1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D7BB12CD-4E10-4314-BEC8-E824165B4C3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2989E5C3-7961-4ABF-8882-BD66FB3961C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E3B32FEA-A5DA-4B0C-AF66-A3803158DBE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03343FE4-60D3-43E8-8A2A-981F900D9F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C09CE652-5316-4DBF-BDB1-E517ADDC7B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C0CEC720-8071-4A26-B2F0-D6A63453105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6921C492-2454-464C-91C4-8F876273362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DDF5E57E-7E55-4186-9970-9D46CB0D15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D794EAF1-889E-41BE-8E46-45BEE6A8C9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6CAEDF31-8550-45AB-8B7F-58B2C23B4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59315AAA-993A-4AF5-94B2-A4893A8111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7B42FF26-60C2-4493-9A3F-5EC7ACF9FA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30FE7111-E328-4959-90A6-97E6A72C1C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AD970819-B8A7-481C-A893-5B91DC4981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3B08D3E-B938-4F2F-B27C-E6E3930E56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4EE95C86-BC09-4ABE-86B1-24576758257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21FE1EC9-5218-4AD2-97E5-75C5C274BFD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3418E25E-D0EB-4EC8-8FD5-D98ADD296AC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6841C69D-564C-4AA5-B2C6-B5684777610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A4D12817-2322-4A8D-A670-4D0B5A6325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72D1E1FD-5DCB-41EC-AE76-D28776AAF97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8D54CED1-47F6-46A0-9C5D-48587A2DD1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69DD19F6-CDD4-4683-8088-8E0A213D89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32EDB2F8-20CA-4ABA-B993-F998024B01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DA49709B-072D-4C8C-ADA2-BA3508C48D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B6795E2B-2005-4C5F-9A05-841EA5FBF3C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  <p:sp>
        <p:nvSpPr>
          <p:cNvPr id="154" name="TextBox 154">
            <a:extLst>
              <a:ext uri="{FF2B5EF4-FFF2-40B4-BE49-F238E27FC236}">
                <a16:creationId xmlns:a16="http://schemas.microsoft.com/office/drawing/2014/main" id="{291952C3-4FBB-4C89-8B44-6D32BB59D3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77</a:t>
            </a:r>
          </a:p>
        </p:txBody>
      </p:sp>
      <p:sp>
        <p:nvSpPr>
          <p:cNvPr id="155" name="TextBox 155">
            <a:extLst>
              <a:ext uri="{FF2B5EF4-FFF2-40B4-BE49-F238E27FC236}">
                <a16:creationId xmlns:a16="http://schemas.microsoft.com/office/drawing/2014/main" id="{2988CA28-0E3C-4FAC-9936-BD0083C454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77.</a:t>
            </a:r>
          </a:p>
        </p:txBody>
      </p:sp>
      <p:sp>
        <p:nvSpPr>
          <p:cNvPr id="156" name="TextBox 156">
            <a:extLst>
              <a:ext uri="{FF2B5EF4-FFF2-40B4-BE49-F238E27FC236}">
                <a16:creationId xmlns:a16="http://schemas.microsoft.com/office/drawing/2014/main" id="{505CCEB2-182C-4F8B-9F88-6369FEEF25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78</a:t>
            </a:r>
          </a:p>
        </p:txBody>
      </p:sp>
      <p:sp>
        <p:nvSpPr>
          <p:cNvPr id="157" name="TextBox 157">
            <a:extLst>
              <a:ext uri="{FF2B5EF4-FFF2-40B4-BE49-F238E27FC236}">
                <a16:creationId xmlns:a16="http://schemas.microsoft.com/office/drawing/2014/main" id="{9B67A986-07D6-4BF2-A095-669FEB4910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78.</a:t>
            </a:r>
          </a:p>
        </p:txBody>
      </p:sp>
      <p:sp>
        <p:nvSpPr>
          <p:cNvPr id="158" name="TextBox 158">
            <a:extLst>
              <a:ext uri="{FF2B5EF4-FFF2-40B4-BE49-F238E27FC236}">
                <a16:creationId xmlns:a16="http://schemas.microsoft.com/office/drawing/2014/main" id="{E692A411-9DA7-4C65-812A-1684A3D2696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79</a:t>
            </a:r>
          </a:p>
        </p:txBody>
      </p:sp>
      <p:sp>
        <p:nvSpPr>
          <p:cNvPr id="159" name="TextBox 159">
            <a:extLst>
              <a:ext uri="{FF2B5EF4-FFF2-40B4-BE49-F238E27FC236}">
                <a16:creationId xmlns:a16="http://schemas.microsoft.com/office/drawing/2014/main" id="{6FB319F7-8DF7-420A-BFCF-093204CF5A9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79.</a:t>
            </a:r>
          </a:p>
        </p:txBody>
      </p:sp>
      <p:sp>
        <p:nvSpPr>
          <p:cNvPr id="160" name="TextBox 160">
            <a:extLst>
              <a:ext uri="{FF2B5EF4-FFF2-40B4-BE49-F238E27FC236}">
                <a16:creationId xmlns:a16="http://schemas.microsoft.com/office/drawing/2014/main" id="{A698C3AE-777C-4EDF-AC94-1E96F80BFE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80</a:t>
            </a:r>
          </a:p>
        </p:txBody>
      </p:sp>
      <p:sp>
        <p:nvSpPr>
          <p:cNvPr id="161" name="TextBox 161">
            <a:extLst>
              <a:ext uri="{FF2B5EF4-FFF2-40B4-BE49-F238E27FC236}">
                <a16:creationId xmlns:a16="http://schemas.microsoft.com/office/drawing/2014/main" id="{B78CA419-47B0-4E4E-B8E0-CFFF95BE3F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80.</a:t>
            </a:r>
          </a:p>
        </p:txBody>
      </p:sp>
      <p:sp>
        <p:nvSpPr>
          <p:cNvPr id="162" name="TextBox 162">
            <a:extLst>
              <a:ext uri="{FF2B5EF4-FFF2-40B4-BE49-F238E27FC236}">
                <a16:creationId xmlns:a16="http://schemas.microsoft.com/office/drawing/2014/main" id="{0D46E08E-43E9-4B2F-874C-74BB5A8A66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81</a:t>
            </a:r>
          </a:p>
        </p:txBody>
      </p:sp>
      <p:sp>
        <p:nvSpPr>
          <p:cNvPr id="163" name="TextBox 163">
            <a:extLst>
              <a:ext uri="{FF2B5EF4-FFF2-40B4-BE49-F238E27FC236}">
                <a16:creationId xmlns:a16="http://schemas.microsoft.com/office/drawing/2014/main" id="{10E71588-6CE2-4EF3-A14A-685127CE98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81.</a:t>
            </a:r>
          </a:p>
        </p:txBody>
      </p:sp>
      <p:sp>
        <p:nvSpPr>
          <p:cNvPr id="164" name="TextBox 164">
            <a:extLst>
              <a:ext uri="{FF2B5EF4-FFF2-40B4-BE49-F238E27FC236}">
                <a16:creationId xmlns:a16="http://schemas.microsoft.com/office/drawing/2014/main" id="{17B41602-B466-4A7E-AAE4-5F44D4E6129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82</a:t>
            </a:r>
          </a:p>
        </p:txBody>
      </p:sp>
      <p:sp>
        <p:nvSpPr>
          <p:cNvPr id="165" name="TextBox 165">
            <a:extLst>
              <a:ext uri="{FF2B5EF4-FFF2-40B4-BE49-F238E27FC236}">
                <a16:creationId xmlns:a16="http://schemas.microsoft.com/office/drawing/2014/main" id="{85768EA0-1896-4AE8-822E-A4B5B098DB8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82.</a:t>
            </a:r>
          </a:p>
        </p:txBody>
      </p:sp>
      <p:sp>
        <p:nvSpPr>
          <p:cNvPr id="166" name="TextBox 166">
            <a:extLst>
              <a:ext uri="{FF2B5EF4-FFF2-40B4-BE49-F238E27FC236}">
                <a16:creationId xmlns:a16="http://schemas.microsoft.com/office/drawing/2014/main" id="{A3478704-2F14-4361-825F-DEC7F5AF3E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83</a:t>
            </a:r>
          </a:p>
        </p:txBody>
      </p:sp>
      <p:sp>
        <p:nvSpPr>
          <p:cNvPr id="167" name="TextBox 167">
            <a:extLst>
              <a:ext uri="{FF2B5EF4-FFF2-40B4-BE49-F238E27FC236}">
                <a16:creationId xmlns:a16="http://schemas.microsoft.com/office/drawing/2014/main" id="{0CB60C27-D5F9-4625-88F8-A54D7891E76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83.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E82439A0-3123-4216-816E-8E5596F43C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3996BCD3-0E41-4EE3-B08B-19D203FA33A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11365203-2F5F-40C4-B4FD-9386411E66A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9FCC0CED-0388-4E7C-9E8F-8769FFC389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FBD10999-6D3C-4AC6-9F84-F8392D8912A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4199A65A-B1C0-4897-BD52-4808B41FEA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1EB0086E-7157-43C8-BD05-4B185E6B423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21F368B6-35F0-4EBC-9EB8-F770B43BE0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FA64ED92-032C-4EF0-B9D2-90C57AE8186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E1EECC01-B004-41D2-A9FF-977C359BADF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6D30A73-F413-4A6B-930D-5E0BD4A2D3A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FC510C5-D68E-424F-AB5B-26B2A758816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5838DFD3-EBAF-40A3-A8F0-D84DB66AF7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AA1F2BB6-6DFA-4C84-9EFB-6CE6EEB0DF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458D6849-AC7B-4CF9-8253-D5AA24F52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56150F0C-AE03-46D8-AC5E-7C760C09C69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FA203AFF-87CC-4F1D-A7E5-352DE1125E5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3479077A-5E1A-4DCA-AF78-616E86DB5B2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268CECE2-6563-4319-8E0E-88F27A4C6AB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A0C6AA3F-197B-40EA-990D-B9FD45A46F1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FBA74959-8BA3-468A-BADC-9243BB4E0F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92ED571E-479B-4E31-ACC3-D5A05D11C1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D7BB12CD-4E10-4314-BEC8-E824165B4C3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2989E5C3-7961-4ABF-8882-BD66FB3961C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E3B32FEA-A5DA-4B0C-AF66-A3803158DBE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03343FE4-60D3-43E8-8A2A-981F900D9F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C09CE652-5316-4DBF-BDB1-E517ADDC7B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C0CEC720-8071-4A26-B2F0-D6A63453105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6921C492-2454-464C-91C4-8F876273362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DDF5E57E-7E55-4186-9970-9D46CB0D15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D794EAF1-889E-41BE-8E46-45BEE6A8C9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6CAEDF31-8550-45AB-8B7F-58B2C23B4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59315AAA-993A-4AF5-94B2-A4893A8111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7B42FF26-60C2-4493-9A3F-5EC7ACF9FA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30FE7111-E328-4959-90A6-97E6A72C1C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AD970819-B8A7-481C-A893-5B91DC4981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3B08D3E-B938-4F2F-B27C-E6E3930E56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4EE95C86-BC09-4ABE-86B1-24576758257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21FE1EC9-5218-4AD2-97E5-75C5C274BFD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3418E25E-D0EB-4EC8-8FD5-D98ADD296AC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6841C69D-564C-4AA5-B2C6-B5684777610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A4D12817-2322-4A8D-A670-4D0B5A6325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72D1E1FD-5DCB-41EC-AE76-D28776AAF97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8D54CED1-47F6-46A0-9C5D-48587A2DD1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69DD19F6-CDD4-4683-8088-8E0A213D89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32EDB2F8-20CA-4ABA-B993-F998024B01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DA49709B-072D-4C8C-ADA2-BA3508C48D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B6795E2B-2005-4C5F-9A05-841EA5FBF3C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  <p:sp>
        <p:nvSpPr>
          <p:cNvPr id="154" name="TextBox 154">
            <a:extLst>
              <a:ext uri="{FF2B5EF4-FFF2-40B4-BE49-F238E27FC236}">
                <a16:creationId xmlns:a16="http://schemas.microsoft.com/office/drawing/2014/main" id="{291952C3-4FBB-4C89-8B44-6D32BB59D3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77</a:t>
            </a:r>
          </a:p>
        </p:txBody>
      </p:sp>
      <p:sp>
        <p:nvSpPr>
          <p:cNvPr id="155" name="TextBox 155">
            <a:extLst>
              <a:ext uri="{FF2B5EF4-FFF2-40B4-BE49-F238E27FC236}">
                <a16:creationId xmlns:a16="http://schemas.microsoft.com/office/drawing/2014/main" id="{2988CA28-0E3C-4FAC-9936-BD0083C454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77.</a:t>
            </a:r>
          </a:p>
        </p:txBody>
      </p:sp>
      <p:sp>
        <p:nvSpPr>
          <p:cNvPr id="156" name="TextBox 156">
            <a:extLst>
              <a:ext uri="{FF2B5EF4-FFF2-40B4-BE49-F238E27FC236}">
                <a16:creationId xmlns:a16="http://schemas.microsoft.com/office/drawing/2014/main" id="{505CCEB2-182C-4F8B-9F88-6369FEEF25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78</a:t>
            </a:r>
          </a:p>
        </p:txBody>
      </p:sp>
      <p:sp>
        <p:nvSpPr>
          <p:cNvPr id="157" name="TextBox 157">
            <a:extLst>
              <a:ext uri="{FF2B5EF4-FFF2-40B4-BE49-F238E27FC236}">
                <a16:creationId xmlns:a16="http://schemas.microsoft.com/office/drawing/2014/main" id="{9B67A986-07D6-4BF2-A095-669FEB4910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78.</a:t>
            </a:r>
          </a:p>
        </p:txBody>
      </p:sp>
      <p:sp>
        <p:nvSpPr>
          <p:cNvPr id="158" name="TextBox 158">
            <a:extLst>
              <a:ext uri="{FF2B5EF4-FFF2-40B4-BE49-F238E27FC236}">
                <a16:creationId xmlns:a16="http://schemas.microsoft.com/office/drawing/2014/main" id="{E692A411-9DA7-4C65-812A-1684A3D2696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79</a:t>
            </a:r>
          </a:p>
        </p:txBody>
      </p:sp>
      <p:sp>
        <p:nvSpPr>
          <p:cNvPr id="159" name="TextBox 159">
            <a:extLst>
              <a:ext uri="{FF2B5EF4-FFF2-40B4-BE49-F238E27FC236}">
                <a16:creationId xmlns:a16="http://schemas.microsoft.com/office/drawing/2014/main" id="{6FB319F7-8DF7-420A-BFCF-093204CF5A9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79.</a:t>
            </a:r>
          </a:p>
        </p:txBody>
      </p:sp>
      <p:sp>
        <p:nvSpPr>
          <p:cNvPr id="160" name="TextBox 160">
            <a:extLst>
              <a:ext uri="{FF2B5EF4-FFF2-40B4-BE49-F238E27FC236}">
                <a16:creationId xmlns:a16="http://schemas.microsoft.com/office/drawing/2014/main" id="{A698C3AE-777C-4EDF-AC94-1E96F80BFE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80</a:t>
            </a:r>
          </a:p>
        </p:txBody>
      </p:sp>
      <p:sp>
        <p:nvSpPr>
          <p:cNvPr id="161" name="TextBox 161">
            <a:extLst>
              <a:ext uri="{FF2B5EF4-FFF2-40B4-BE49-F238E27FC236}">
                <a16:creationId xmlns:a16="http://schemas.microsoft.com/office/drawing/2014/main" id="{B78CA419-47B0-4E4E-B8E0-CFFF95BE3F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80.</a:t>
            </a:r>
          </a:p>
        </p:txBody>
      </p:sp>
      <p:sp>
        <p:nvSpPr>
          <p:cNvPr id="162" name="TextBox 162">
            <a:extLst>
              <a:ext uri="{FF2B5EF4-FFF2-40B4-BE49-F238E27FC236}">
                <a16:creationId xmlns:a16="http://schemas.microsoft.com/office/drawing/2014/main" id="{0D46E08E-43E9-4B2F-874C-74BB5A8A66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81</a:t>
            </a:r>
          </a:p>
        </p:txBody>
      </p:sp>
      <p:sp>
        <p:nvSpPr>
          <p:cNvPr id="163" name="TextBox 163">
            <a:extLst>
              <a:ext uri="{FF2B5EF4-FFF2-40B4-BE49-F238E27FC236}">
                <a16:creationId xmlns:a16="http://schemas.microsoft.com/office/drawing/2014/main" id="{10E71588-6CE2-4EF3-A14A-685127CE98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81.</a:t>
            </a:r>
          </a:p>
        </p:txBody>
      </p:sp>
      <p:sp>
        <p:nvSpPr>
          <p:cNvPr id="164" name="TextBox 164">
            <a:extLst>
              <a:ext uri="{FF2B5EF4-FFF2-40B4-BE49-F238E27FC236}">
                <a16:creationId xmlns:a16="http://schemas.microsoft.com/office/drawing/2014/main" id="{17B41602-B466-4A7E-AAE4-5F44D4E6129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82</a:t>
            </a:r>
          </a:p>
        </p:txBody>
      </p:sp>
      <p:sp>
        <p:nvSpPr>
          <p:cNvPr id="165" name="TextBox 165">
            <a:extLst>
              <a:ext uri="{FF2B5EF4-FFF2-40B4-BE49-F238E27FC236}">
                <a16:creationId xmlns:a16="http://schemas.microsoft.com/office/drawing/2014/main" id="{85768EA0-1896-4AE8-822E-A4B5B098DB8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82.</a:t>
            </a:r>
          </a:p>
        </p:txBody>
      </p:sp>
      <p:sp>
        <p:nvSpPr>
          <p:cNvPr id="166" name="TextBox 166">
            <a:extLst>
              <a:ext uri="{FF2B5EF4-FFF2-40B4-BE49-F238E27FC236}">
                <a16:creationId xmlns:a16="http://schemas.microsoft.com/office/drawing/2014/main" id="{A3478704-2F14-4361-825F-DEC7F5AF3E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83</a:t>
            </a:r>
          </a:p>
        </p:txBody>
      </p:sp>
      <p:sp>
        <p:nvSpPr>
          <p:cNvPr id="167" name="TextBox 167">
            <a:extLst>
              <a:ext uri="{FF2B5EF4-FFF2-40B4-BE49-F238E27FC236}">
                <a16:creationId xmlns:a16="http://schemas.microsoft.com/office/drawing/2014/main" id="{0CB60C27-D5F9-4625-88F8-A54D7891E76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83.</a:t>
            </a:r>
          </a:p>
        </p:txBody>
      </p:sp>
      <p:sp>
        <p:nvSpPr>
          <p:cNvPr id="168" name="TextBox 168">
            <a:extLst>
              <a:ext uri="{FF2B5EF4-FFF2-40B4-BE49-F238E27FC236}">
                <a16:creationId xmlns:a16="http://schemas.microsoft.com/office/drawing/2014/main" id="{48D8095F-17C8-4D4E-A6D6-3C323B970A7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84</a:t>
            </a:r>
          </a:p>
        </p:txBody>
      </p:sp>
      <p:sp>
        <p:nvSpPr>
          <p:cNvPr id="169" name="TextBox 169">
            <a:extLst>
              <a:ext uri="{FF2B5EF4-FFF2-40B4-BE49-F238E27FC236}">
                <a16:creationId xmlns:a16="http://schemas.microsoft.com/office/drawing/2014/main" id="{61F4B1E6-C1DA-4B0F-BBB9-FB96C05B7D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84.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E82439A0-3123-4216-816E-8E5596F43C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3996BCD3-0E41-4EE3-B08B-19D203FA33A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11365203-2F5F-40C4-B4FD-9386411E66A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9FCC0CED-0388-4E7C-9E8F-8769FFC389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FBD10999-6D3C-4AC6-9F84-F8392D8912A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4199A65A-B1C0-4897-BD52-4808B41FEA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1EB0086E-7157-43C8-BD05-4B185E6B423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21F368B6-35F0-4EBC-9EB8-F770B43BE0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FA64ED92-032C-4EF0-B9D2-90C57AE8186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E1EECC01-B004-41D2-A9FF-977C359BADF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6D30A73-F413-4A6B-930D-5E0BD4A2D3A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FC510C5-D68E-424F-AB5B-26B2A758816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5838DFD3-EBAF-40A3-A8F0-D84DB66AF7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AA1F2BB6-6DFA-4C84-9EFB-6CE6EEB0DF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458D6849-AC7B-4CF9-8253-D5AA24F52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56150F0C-AE03-46D8-AC5E-7C760C09C69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FA203AFF-87CC-4F1D-A7E5-352DE1125E5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3479077A-5E1A-4DCA-AF78-616E86DB5B2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268CECE2-6563-4319-8E0E-88F27A4C6AB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A0C6AA3F-197B-40EA-990D-B9FD45A46F1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FBA74959-8BA3-468A-BADC-9243BB4E0F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92ED571E-479B-4E31-ACC3-D5A05D11C1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D7BB12CD-4E10-4314-BEC8-E824165B4C3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2989E5C3-7961-4ABF-8882-BD66FB3961C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E3B32FEA-A5DA-4B0C-AF66-A3803158DBE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03343FE4-60D3-43E8-8A2A-981F900D9F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C09CE652-5316-4DBF-BDB1-E517ADDC7B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C0CEC720-8071-4A26-B2F0-D6A63453105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6921C492-2454-464C-91C4-8F876273362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DDF5E57E-7E55-4186-9970-9D46CB0D15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D794EAF1-889E-41BE-8E46-45BEE6A8C9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6CAEDF31-8550-45AB-8B7F-58B2C23B4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59315AAA-993A-4AF5-94B2-A4893A8111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7B42FF26-60C2-4493-9A3F-5EC7ACF9FA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30FE7111-E328-4959-90A6-97E6A72C1C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AD970819-B8A7-481C-A893-5B91DC4981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3B08D3E-B938-4F2F-B27C-E6E3930E56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4EE95C86-BC09-4ABE-86B1-24576758257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21FE1EC9-5218-4AD2-97E5-75C5C274BFD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3418E25E-D0EB-4EC8-8FD5-D98ADD296AC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6841C69D-564C-4AA5-B2C6-B5684777610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A4D12817-2322-4A8D-A670-4D0B5A6325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72D1E1FD-5DCB-41EC-AE76-D28776AAF97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8D54CED1-47F6-46A0-9C5D-48587A2DD1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69DD19F6-CDD4-4683-8088-8E0A213D89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32EDB2F8-20CA-4ABA-B993-F998024B01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DA49709B-072D-4C8C-ADA2-BA3508C48D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B6795E2B-2005-4C5F-9A05-841EA5FBF3C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  <p:sp>
        <p:nvSpPr>
          <p:cNvPr id="154" name="TextBox 154">
            <a:extLst>
              <a:ext uri="{FF2B5EF4-FFF2-40B4-BE49-F238E27FC236}">
                <a16:creationId xmlns:a16="http://schemas.microsoft.com/office/drawing/2014/main" id="{291952C3-4FBB-4C89-8B44-6D32BB59D3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77</a:t>
            </a:r>
          </a:p>
        </p:txBody>
      </p:sp>
      <p:sp>
        <p:nvSpPr>
          <p:cNvPr id="155" name="TextBox 155">
            <a:extLst>
              <a:ext uri="{FF2B5EF4-FFF2-40B4-BE49-F238E27FC236}">
                <a16:creationId xmlns:a16="http://schemas.microsoft.com/office/drawing/2014/main" id="{2988CA28-0E3C-4FAC-9936-BD0083C454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77.</a:t>
            </a:r>
          </a:p>
        </p:txBody>
      </p:sp>
      <p:sp>
        <p:nvSpPr>
          <p:cNvPr id="156" name="TextBox 156">
            <a:extLst>
              <a:ext uri="{FF2B5EF4-FFF2-40B4-BE49-F238E27FC236}">
                <a16:creationId xmlns:a16="http://schemas.microsoft.com/office/drawing/2014/main" id="{505CCEB2-182C-4F8B-9F88-6369FEEF25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78</a:t>
            </a:r>
          </a:p>
        </p:txBody>
      </p:sp>
      <p:sp>
        <p:nvSpPr>
          <p:cNvPr id="157" name="TextBox 157">
            <a:extLst>
              <a:ext uri="{FF2B5EF4-FFF2-40B4-BE49-F238E27FC236}">
                <a16:creationId xmlns:a16="http://schemas.microsoft.com/office/drawing/2014/main" id="{9B67A986-07D6-4BF2-A095-669FEB4910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78.</a:t>
            </a:r>
          </a:p>
        </p:txBody>
      </p:sp>
      <p:sp>
        <p:nvSpPr>
          <p:cNvPr id="158" name="TextBox 158">
            <a:extLst>
              <a:ext uri="{FF2B5EF4-FFF2-40B4-BE49-F238E27FC236}">
                <a16:creationId xmlns:a16="http://schemas.microsoft.com/office/drawing/2014/main" id="{E692A411-9DA7-4C65-812A-1684A3D2696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79</a:t>
            </a:r>
          </a:p>
        </p:txBody>
      </p:sp>
      <p:sp>
        <p:nvSpPr>
          <p:cNvPr id="159" name="TextBox 159">
            <a:extLst>
              <a:ext uri="{FF2B5EF4-FFF2-40B4-BE49-F238E27FC236}">
                <a16:creationId xmlns:a16="http://schemas.microsoft.com/office/drawing/2014/main" id="{6FB319F7-8DF7-420A-BFCF-093204CF5A9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79.</a:t>
            </a:r>
          </a:p>
        </p:txBody>
      </p:sp>
      <p:sp>
        <p:nvSpPr>
          <p:cNvPr id="160" name="TextBox 160">
            <a:extLst>
              <a:ext uri="{FF2B5EF4-FFF2-40B4-BE49-F238E27FC236}">
                <a16:creationId xmlns:a16="http://schemas.microsoft.com/office/drawing/2014/main" id="{A698C3AE-777C-4EDF-AC94-1E96F80BFE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80</a:t>
            </a:r>
          </a:p>
        </p:txBody>
      </p:sp>
      <p:sp>
        <p:nvSpPr>
          <p:cNvPr id="161" name="TextBox 161">
            <a:extLst>
              <a:ext uri="{FF2B5EF4-FFF2-40B4-BE49-F238E27FC236}">
                <a16:creationId xmlns:a16="http://schemas.microsoft.com/office/drawing/2014/main" id="{B78CA419-47B0-4E4E-B8E0-CFFF95BE3F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80.</a:t>
            </a:r>
          </a:p>
        </p:txBody>
      </p:sp>
      <p:sp>
        <p:nvSpPr>
          <p:cNvPr id="162" name="TextBox 162">
            <a:extLst>
              <a:ext uri="{FF2B5EF4-FFF2-40B4-BE49-F238E27FC236}">
                <a16:creationId xmlns:a16="http://schemas.microsoft.com/office/drawing/2014/main" id="{0D46E08E-43E9-4B2F-874C-74BB5A8A66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81</a:t>
            </a:r>
          </a:p>
        </p:txBody>
      </p:sp>
      <p:sp>
        <p:nvSpPr>
          <p:cNvPr id="163" name="TextBox 163">
            <a:extLst>
              <a:ext uri="{FF2B5EF4-FFF2-40B4-BE49-F238E27FC236}">
                <a16:creationId xmlns:a16="http://schemas.microsoft.com/office/drawing/2014/main" id="{10E71588-6CE2-4EF3-A14A-685127CE98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81.</a:t>
            </a:r>
          </a:p>
        </p:txBody>
      </p:sp>
      <p:sp>
        <p:nvSpPr>
          <p:cNvPr id="164" name="TextBox 164">
            <a:extLst>
              <a:ext uri="{FF2B5EF4-FFF2-40B4-BE49-F238E27FC236}">
                <a16:creationId xmlns:a16="http://schemas.microsoft.com/office/drawing/2014/main" id="{17B41602-B466-4A7E-AAE4-5F44D4E6129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82</a:t>
            </a:r>
          </a:p>
        </p:txBody>
      </p:sp>
      <p:sp>
        <p:nvSpPr>
          <p:cNvPr id="165" name="TextBox 165">
            <a:extLst>
              <a:ext uri="{FF2B5EF4-FFF2-40B4-BE49-F238E27FC236}">
                <a16:creationId xmlns:a16="http://schemas.microsoft.com/office/drawing/2014/main" id="{85768EA0-1896-4AE8-822E-A4B5B098DB8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82.</a:t>
            </a:r>
          </a:p>
        </p:txBody>
      </p:sp>
      <p:sp>
        <p:nvSpPr>
          <p:cNvPr id="166" name="TextBox 166">
            <a:extLst>
              <a:ext uri="{FF2B5EF4-FFF2-40B4-BE49-F238E27FC236}">
                <a16:creationId xmlns:a16="http://schemas.microsoft.com/office/drawing/2014/main" id="{A3478704-2F14-4361-825F-DEC7F5AF3E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83</a:t>
            </a:r>
          </a:p>
        </p:txBody>
      </p:sp>
      <p:sp>
        <p:nvSpPr>
          <p:cNvPr id="167" name="TextBox 167">
            <a:extLst>
              <a:ext uri="{FF2B5EF4-FFF2-40B4-BE49-F238E27FC236}">
                <a16:creationId xmlns:a16="http://schemas.microsoft.com/office/drawing/2014/main" id="{0CB60C27-D5F9-4625-88F8-A54D7891E76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83.</a:t>
            </a:r>
          </a:p>
        </p:txBody>
      </p:sp>
      <p:sp>
        <p:nvSpPr>
          <p:cNvPr id="168" name="TextBox 168">
            <a:extLst>
              <a:ext uri="{FF2B5EF4-FFF2-40B4-BE49-F238E27FC236}">
                <a16:creationId xmlns:a16="http://schemas.microsoft.com/office/drawing/2014/main" id="{48D8095F-17C8-4D4E-A6D6-3C323B970A7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84</a:t>
            </a:r>
          </a:p>
        </p:txBody>
      </p:sp>
      <p:sp>
        <p:nvSpPr>
          <p:cNvPr id="169" name="TextBox 169">
            <a:extLst>
              <a:ext uri="{FF2B5EF4-FFF2-40B4-BE49-F238E27FC236}">
                <a16:creationId xmlns:a16="http://schemas.microsoft.com/office/drawing/2014/main" id="{61F4B1E6-C1DA-4B0F-BBB9-FB96C05B7D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84.</a:t>
            </a:r>
          </a:p>
        </p:txBody>
      </p:sp>
      <p:sp>
        <p:nvSpPr>
          <p:cNvPr id="170" name="TextBox 170">
            <a:extLst>
              <a:ext uri="{FF2B5EF4-FFF2-40B4-BE49-F238E27FC236}">
                <a16:creationId xmlns:a16="http://schemas.microsoft.com/office/drawing/2014/main" id="{AB3AB826-B610-43C9-9D20-B2968C10332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85</a:t>
            </a:r>
          </a:p>
        </p:txBody>
      </p:sp>
      <p:sp>
        <p:nvSpPr>
          <p:cNvPr id="171" name="TextBox 171">
            <a:extLst>
              <a:ext uri="{FF2B5EF4-FFF2-40B4-BE49-F238E27FC236}">
                <a16:creationId xmlns:a16="http://schemas.microsoft.com/office/drawing/2014/main" id="{9A39EEAA-416A-442D-9078-BB213512AD6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85.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E82439A0-3123-4216-816E-8E5596F43C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3996BCD3-0E41-4EE3-B08B-19D203FA33A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11365203-2F5F-40C4-B4FD-9386411E66A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9FCC0CED-0388-4E7C-9E8F-8769FFC389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FBD10999-6D3C-4AC6-9F84-F8392D8912A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4199A65A-B1C0-4897-BD52-4808B41FEA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1EB0086E-7157-43C8-BD05-4B185E6B423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21F368B6-35F0-4EBC-9EB8-F770B43BE0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FA64ED92-032C-4EF0-B9D2-90C57AE8186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E1EECC01-B004-41D2-A9FF-977C359BADF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6D30A73-F413-4A6B-930D-5E0BD4A2D3A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FC510C5-D68E-424F-AB5B-26B2A758816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5838DFD3-EBAF-40A3-A8F0-D84DB66AF7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AA1F2BB6-6DFA-4C84-9EFB-6CE6EEB0DF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458D6849-AC7B-4CF9-8253-D5AA24F52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56150F0C-AE03-46D8-AC5E-7C760C09C69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FA203AFF-87CC-4F1D-A7E5-352DE1125E5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3479077A-5E1A-4DCA-AF78-616E86DB5B2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268CECE2-6563-4319-8E0E-88F27A4C6AB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A0C6AA3F-197B-40EA-990D-B9FD45A46F1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FBA74959-8BA3-468A-BADC-9243BB4E0F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92ED571E-479B-4E31-ACC3-D5A05D11C1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D7BB12CD-4E10-4314-BEC8-E824165B4C3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2989E5C3-7961-4ABF-8882-BD66FB3961C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E3B32FEA-A5DA-4B0C-AF66-A3803158DBE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03343FE4-60D3-43E8-8A2A-981F900D9F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C09CE652-5316-4DBF-BDB1-E517ADDC7B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C0CEC720-8071-4A26-B2F0-D6A63453105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6921C492-2454-464C-91C4-8F876273362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DDF5E57E-7E55-4186-9970-9D46CB0D15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D794EAF1-889E-41BE-8E46-45BEE6A8C9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6CAEDF31-8550-45AB-8B7F-58B2C23B4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59315AAA-993A-4AF5-94B2-A4893A8111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7B42FF26-60C2-4493-9A3F-5EC7ACF9FA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30FE7111-E328-4959-90A6-97E6A72C1C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AD970819-B8A7-481C-A893-5B91DC4981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3B08D3E-B938-4F2F-B27C-E6E3930E56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4EE95C86-BC09-4ABE-86B1-24576758257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21FE1EC9-5218-4AD2-97E5-75C5C274BFD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3418E25E-D0EB-4EC8-8FD5-D98ADD296AC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6841C69D-564C-4AA5-B2C6-B5684777610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A4D12817-2322-4A8D-A670-4D0B5A6325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72D1E1FD-5DCB-41EC-AE76-D28776AAF97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8D54CED1-47F6-46A0-9C5D-48587A2DD1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69DD19F6-CDD4-4683-8088-8E0A213D89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32EDB2F8-20CA-4ABA-B993-F998024B01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DA49709B-072D-4C8C-ADA2-BA3508C48D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B6795E2B-2005-4C5F-9A05-841EA5FBF3C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  <p:sp>
        <p:nvSpPr>
          <p:cNvPr id="154" name="TextBox 154">
            <a:extLst>
              <a:ext uri="{FF2B5EF4-FFF2-40B4-BE49-F238E27FC236}">
                <a16:creationId xmlns:a16="http://schemas.microsoft.com/office/drawing/2014/main" id="{291952C3-4FBB-4C89-8B44-6D32BB59D3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77</a:t>
            </a:r>
          </a:p>
        </p:txBody>
      </p:sp>
      <p:sp>
        <p:nvSpPr>
          <p:cNvPr id="155" name="TextBox 155">
            <a:extLst>
              <a:ext uri="{FF2B5EF4-FFF2-40B4-BE49-F238E27FC236}">
                <a16:creationId xmlns:a16="http://schemas.microsoft.com/office/drawing/2014/main" id="{2988CA28-0E3C-4FAC-9936-BD0083C454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77.</a:t>
            </a:r>
          </a:p>
        </p:txBody>
      </p:sp>
      <p:sp>
        <p:nvSpPr>
          <p:cNvPr id="156" name="TextBox 156">
            <a:extLst>
              <a:ext uri="{FF2B5EF4-FFF2-40B4-BE49-F238E27FC236}">
                <a16:creationId xmlns:a16="http://schemas.microsoft.com/office/drawing/2014/main" id="{505CCEB2-182C-4F8B-9F88-6369FEEF25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78</a:t>
            </a:r>
          </a:p>
        </p:txBody>
      </p:sp>
      <p:sp>
        <p:nvSpPr>
          <p:cNvPr id="157" name="TextBox 157">
            <a:extLst>
              <a:ext uri="{FF2B5EF4-FFF2-40B4-BE49-F238E27FC236}">
                <a16:creationId xmlns:a16="http://schemas.microsoft.com/office/drawing/2014/main" id="{9B67A986-07D6-4BF2-A095-669FEB4910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78.</a:t>
            </a:r>
          </a:p>
        </p:txBody>
      </p:sp>
      <p:sp>
        <p:nvSpPr>
          <p:cNvPr id="158" name="TextBox 158">
            <a:extLst>
              <a:ext uri="{FF2B5EF4-FFF2-40B4-BE49-F238E27FC236}">
                <a16:creationId xmlns:a16="http://schemas.microsoft.com/office/drawing/2014/main" id="{E692A411-9DA7-4C65-812A-1684A3D2696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79</a:t>
            </a:r>
          </a:p>
        </p:txBody>
      </p:sp>
      <p:sp>
        <p:nvSpPr>
          <p:cNvPr id="159" name="TextBox 159">
            <a:extLst>
              <a:ext uri="{FF2B5EF4-FFF2-40B4-BE49-F238E27FC236}">
                <a16:creationId xmlns:a16="http://schemas.microsoft.com/office/drawing/2014/main" id="{6FB319F7-8DF7-420A-BFCF-093204CF5A9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79.</a:t>
            </a:r>
          </a:p>
        </p:txBody>
      </p:sp>
      <p:sp>
        <p:nvSpPr>
          <p:cNvPr id="160" name="TextBox 160">
            <a:extLst>
              <a:ext uri="{FF2B5EF4-FFF2-40B4-BE49-F238E27FC236}">
                <a16:creationId xmlns:a16="http://schemas.microsoft.com/office/drawing/2014/main" id="{A698C3AE-777C-4EDF-AC94-1E96F80BFE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80</a:t>
            </a:r>
          </a:p>
        </p:txBody>
      </p:sp>
      <p:sp>
        <p:nvSpPr>
          <p:cNvPr id="161" name="TextBox 161">
            <a:extLst>
              <a:ext uri="{FF2B5EF4-FFF2-40B4-BE49-F238E27FC236}">
                <a16:creationId xmlns:a16="http://schemas.microsoft.com/office/drawing/2014/main" id="{B78CA419-47B0-4E4E-B8E0-CFFF95BE3F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80.</a:t>
            </a:r>
          </a:p>
        </p:txBody>
      </p:sp>
      <p:sp>
        <p:nvSpPr>
          <p:cNvPr id="162" name="TextBox 162">
            <a:extLst>
              <a:ext uri="{FF2B5EF4-FFF2-40B4-BE49-F238E27FC236}">
                <a16:creationId xmlns:a16="http://schemas.microsoft.com/office/drawing/2014/main" id="{0D46E08E-43E9-4B2F-874C-74BB5A8A66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81</a:t>
            </a:r>
          </a:p>
        </p:txBody>
      </p:sp>
      <p:sp>
        <p:nvSpPr>
          <p:cNvPr id="163" name="TextBox 163">
            <a:extLst>
              <a:ext uri="{FF2B5EF4-FFF2-40B4-BE49-F238E27FC236}">
                <a16:creationId xmlns:a16="http://schemas.microsoft.com/office/drawing/2014/main" id="{10E71588-6CE2-4EF3-A14A-685127CE98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81.</a:t>
            </a:r>
          </a:p>
        </p:txBody>
      </p:sp>
      <p:sp>
        <p:nvSpPr>
          <p:cNvPr id="164" name="TextBox 164">
            <a:extLst>
              <a:ext uri="{FF2B5EF4-FFF2-40B4-BE49-F238E27FC236}">
                <a16:creationId xmlns:a16="http://schemas.microsoft.com/office/drawing/2014/main" id="{17B41602-B466-4A7E-AAE4-5F44D4E6129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82</a:t>
            </a:r>
          </a:p>
        </p:txBody>
      </p:sp>
      <p:sp>
        <p:nvSpPr>
          <p:cNvPr id="165" name="TextBox 165">
            <a:extLst>
              <a:ext uri="{FF2B5EF4-FFF2-40B4-BE49-F238E27FC236}">
                <a16:creationId xmlns:a16="http://schemas.microsoft.com/office/drawing/2014/main" id="{85768EA0-1896-4AE8-822E-A4B5B098DB8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82.</a:t>
            </a:r>
          </a:p>
        </p:txBody>
      </p:sp>
      <p:sp>
        <p:nvSpPr>
          <p:cNvPr id="166" name="TextBox 166">
            <a:extLst>
              <a:ext uri="{FF2B5EF4-FFF2-40B4-BE49-F238E27FC236}">
                <a16:creationId xmlns:a16="http://schemas.microsoft.com/office/drawing/2014/main" id="{A3478704-2F14-4361-825F-DEC7F5AF3E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83</a:t>
            </a:r>
          </a:p>
        </p:txBody>
      </p:sp>
      <p:sp>
        <p:nvSpPr>
          <p:cNvPr id="167" name="TextBox 167">
            <a:extLst>
              <a:ext uri="{FF2B5EF4-FFF2-40B4-BE49-F238E27FC236}">
                <a16:creationId xmlns:a16="http://schemas.microsoft.com/office/drawing/2014/main" id="{0CB60C27-D5F9-4625-88F8-A54D7891E76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83.</a:t>
            </a:r>
          </a:p>
        </p:txBody>
      </p:sp>
      <p:sp>
        <p:nvSpPr>
          <p:cNvPr id="168" name="TextBox 168">
            <a:extLst>
              <a:ext uri="{FF2B5EF4-FFF2-40B4-BE49-F238E27FC236}">
                <a16:creationId xmlns:a16="http://schemas.microsoft.com/office/drawing/2014/main" id="{48D8095F-17C8-4D4E-A6D6-3C323B970A7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84</a:t>
            </a:r>
          </a:p>
        </p:txBody>
      </p:sp>
      <p:sp>
        <p:nvSpPr>
          <p:cNvPr id="169" name="TextBox 169">
            <a:extLst>
              <a:ext uri="{FF2B5EF4-FFF2-40B4-BE49-F238E27FC236}">
                <a16:creationId xmlns:a16="http://schemas.microsoft.com/office/drawing/2014/main" id="{61F4B1E6-C1DA-4B0F-BBB9-FB96C05B7D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84.</a:t>
            </a:r>
          </a:p>
        </p:txBody>
      </p:sp>
      <p:sp>
        <p:nvSpPr>
          <p:cNvPr id="170" name="TextBox 170">
            <a:extLst>
              <a:ext uri="{FF2B5EF4-FFF2-40B4-BE49-F238E27FC236}">
                <a16:creationId xmlns:a16="http://schemas.microsoft.com/office/drawing/2014/main" id="{AB3AB826-B610-43C9-9D20-B2968C10332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85</a:t>
            </a:r>
          </a:p>
        </p:txBody>
      </p:sp>
      <p:sp>
        <p:nvSpPr>
          <p:cNvPr id="171" name="TextBox 171">
            <a:extLst>
              <a:ext uri="{FF2B5EF4-FFF2-40B4-BE49-F238E27FC236}">
                <a16:creationId xmlns:a16="http://schemas.microsoft.com/office/drawing/2014/main" id="{9A39EEAA-416A-442D-9078-BB213512AD6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85.</a:t>
            </a:r>
          </a:p>
        </p:txBody>
      </p:sp>
      <p:sp>
        <p:nvSpPr>
          <p:cNvPr id="172" name="TextBox 172">
            <a:extLst>
              <a:ext uri="{FF2B5EF4-FFF2-40B4-BE49-F238E27FC236}">
                <a16:creationId xmlns:a16="http://schemas.microsoft.com/office/drawing/2014/main" id="{2D1B74E2-807F-4C23-8392-A7A17B4D56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86</a:t>
            </a:r>
          </a:p>
        </p:txBody>
      </p:sp>
      <p:sp>
        <p:nvSpPr>
          <p:cNvPr id="173" name="TextBox 173">
            <a:extLst>
              <a:ext uri="{FF2B5EF4-FFF2-40B4-BE49-F238E27FC236}">
                <a16:creationId xmlns:a16="http://schemas.microsoft.com/office/drawing/2014/main" id="{0BB512E6-12E6-42D9-9E81-CB87932FBF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86.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E82439A0-3123-4216-816E-8E5596F43C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3996BCD3-0E41-4EE3-B08B-19D203FA33A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11365203-2F5F-40C4-B4FD-9386411E66A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9FCC0CED-0388-4E7C-9E8F-8769FFC389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FBD10999-6D3C-4AC6-9F84-F8392D8912A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4199A65A-B1C0-4897-BD52-4808B41FEA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1EB0086E-7157-43C8-BD05-4B185E6B423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21F368B6-35F0-4EBC-9EB8-F770B43BE0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FA64ED92-032C-4EF0-B9D2-90C57AE8186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E1EECC01-B004-41D2-A9FF-977C359BADF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6D30A73-F413-4A6B-930D-5E0BD4A2D3A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FC510C5-D68E-424F-AB5B-26B2A758816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5838DFD3-EBAF-40A3-A8F0-D84DB66AF7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AA1F2BB6-6DFA-4C84-9EFB-6CE6EEB0DF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458D6849-AC7B-4CF9-8253-D5AA24F52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56150F0C-AE03-46D8-AC5E-7C760C09C69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FA203AFF-87CC-4F1D-A7E5-352DE1125E5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3479077A-5E1A-4DCA-AF78-616E86DB5B2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268CECE2-6563-4319-8E0E-88F27A4C6AB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A0C6AA3F-197B-40EA-990D-B9FD45A46F1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FBA74959-8BA3-468A-BADC-9243BB4E0F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92ED571E-479B-4E31-ACC3-D5A05D11C1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D7BB12CD-4E10-4314-BEC8-E824165B4C3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2989E5C3-7961-4ABF-8882-BD66FB3961C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E3B32FEA-A5DA-4B0C-AF66-A3803158DBE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03343FE4-60D3-43E8-8A2A-981F900D9F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C09CE652-5316-4DBF-BDB1-E517ADDC7B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C0CEC720-8071-4A26-B2F0-D6A63453105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6921C492-2454-464C-91C4-8F876273362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DDF5E57E-7E55-4186-9970-9D46CB0D15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D794EAF1-889E-41BE-8E46-45BEE6A8C9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6CAEDF31-8550-45AB-8B7F-58B2C23B4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59315AAA-993A-4AF5-94B2-A4893A8111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7B42FF26-60C2-4493-9A3F-5EC7ACF9FA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30FE7111-E328-4959-90A6-97E6A72C1C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AD970819-B8A7-481C-A893-5B91DC4981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3B08D3E-B938-4F2F-B27C-E6E3930E56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4EE95C86-BC09-4ABE-86B1-24576758257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21FE1EC9-5218-4AD2-97E5-75C5C274BFD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3418E25E-D0EB-4EC8-8FD5-D98ADD296AC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6841C69D-564C-4AA5-B2C6-B5684777610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A4D12817-2322-4A8D-A670-4D0B5A6325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72D1E1FD-5DCB-41EC-AE76-D28776AAF97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8D54CED1-47F6-46A0-9C5D-48587A2DD1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69DD19F6-CDD4-4683-8088-8E0A213D89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32EDB2F8-20CA-4ABA-B993-F998024B01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DA49709B-072D-4C8C-ADA2-BA3508C48D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B6795E2B-2005-4C5F-9A05-841EA5FBF3C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  <p:sp>
        <p:nvSpPr>
          <p:cNvPr id="154" name="TextBox 154">
            <a:extLst>
              <a:ext uri="{FF2B5EF4-FFF2-40B4-BE49-F238E27FC236}">
                <a16:creationId xmlns:a16="http://schemas.microsoft.com/office/drawing/2014/main" id="{291952C3-4FBB-4C89-8B44-6D32BB59D3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77</a:t>
            </a:r>
          </a:p>
        </p:txBody>
      </p:sp>
      <p:sp>
        <p:nvSpPr>
          <p:cNvPr id="155" name="TextBox 155">
            <a:extLst>
              <a:ext uri="{FF2B5EF4-FFF2-40B4-BE49-F238E27FC236}">
                <a16:creationId xmlns:a16="http://schemas.microsoft.com/office/drawing/2014/main" id="{2988CA28-0E3C-4FAC-9936-BD0083C454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77.</a:t>
            </a:r>
          </a:p>
        </p:txBody>
      </p:sp>
      <p:sp>
        <p:nvSpPr>
          <p:cNvPr id="156" name="TextBox 156">
            <a:extLst>
              <a:ext uri="{FF2B5EF4-FFF2-40B4-BE49-F238E27FC236}">
                <a16:creationId xmlns:a16="http://schemas.microsoft.com/office/drawing/2014/main" id="{505CCEB2-182C-4F8B-9F88-6369FEEF25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78</a:t>
            </a:r>
          </a:p>
        </p:txBody>
      </p:sp>
      <p:sp>
        <p:nvSpPr>
          <p:cNvPr id="157" name="TextBox 157">
            <a:extLst>
              <a:ext uri="{FF2B5EF4-FFF2-40B4-BE49-F238E27FC236}">
                <a16:creationId xmlns:a16="http://schemas.microsoft.com/office/drawing/2014/main" id="{9B67A986-07D6-4BF2-A095-669FEB4910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78.</a:t>
            </a:r>
          </a:p>
        </p:txBody>
      </p:sp>
      <p:sp>
        <p:nvSpPr>
          <p:cNvPr id="158" name="TextBox 158">
            <a:extLst>
              <a:ext uri="{FF2B5EF4-FFF2-40B4-BE49-F238E27FC236}">
                <a16:creationId xmlns:a16="http://schemas.microsoft.com/office/drawing/2014/main" id="{E692A411-9DA7-4C65-812A-1684A3D2696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79</a:t>
            </a:r>
          </a:p>
        </p:txBody>
      </p:sp>
      <p:sp>
        <p:nvSpPr>
          <p:cNvPr id="159" name="TextBox 159">
            <a:extLst>
              <a:ext uri="{FF2B5EF4-FFF2-40B4-BE49-F238E27FC236}">
                <a16:creationId xmlns:a16="http://schemas.microsoft.com/office/drawing/2014/main" id="{6FB319F7-8DF7-420A-BFCF-093204CF5A9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79.</a:t>
            </a:r>
          </a:p>
        </p:txBody>
      </p:sp>
      <p:sp>
        <p:nvSpPr>
          <p:cNvPr id="160" name="TextBox 160">
            <a:extLst>
              <a:ext uri="{FF2B5EF4-FFF2-40B4-BE49-F238E27FC236}">
                <a16:creationId xmlns:a16="http://schemas.microsoft.com/office/drawing/2014/main" id="{A698C3AE-777C-4EDF-AC94-1E96F80BFE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80</a:t>
            </a:r>
          </a:p>
        </p:txBody>
      </p:sp>
      <p:sp>
        <p:nvSpPr>
          <p:cNvPr id="161" name="TextBox 161">
            <a:extLst>
              <a:ext uri="{FF2B5EF4-FFF2-40B4-BE49-F238E27FC236}">
                <a16:creationId xmlns:a16="http://schemas.microsoft.com/office/drawing/2014/main" id="{B78CA419-47B0-4E4E-B8E0-CFFF95BE3F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80.</a:t>
            </a:r>
          </a:p>
        </p:txBody>
      </p:sp>
      <p:sp>
        <p:nvSpPr>
          <p:cNvPr id="162" name="TextBox 162">
            <a:extLst>
              <a:ext uri="{FF2B5EF4-FFF2-40B4-BE49-F238E27FC236}">
                <a16:creationId xmlns:a16="http://schemas.microsoft.com/office/drawing/2014/main" id="{0D46E08E-43E9-4B2F-874C-74BB5A8A66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81</a:t>
            </a:r>
          </a:p>
        </p:txBody>
      </p:sp>
      <p:sp>
        <p:nvSpPr>
          <p:cNvPr id="163" name="TextBox 163">
            <a:extLst>
              <a:ext uri="{FF2B5EF4-FFF2-40B4-BE49-F238E27FC236}">
                <a16:creationId xmlns:a16="http://schemas.microsoft.com/office/drawing/2014/main" id="{10E71588-6CE2-4EF3-A14A-685127CE98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81.</a:t>
            </a:r>
          </a:p>
        </p:txBody>
      </p:sp>
      <p:sp>
        <p:nvSpPr>
          <p:cNvPr id="164" name="TextBox 164">
            <a:extLst>
              <a:ext uri="{FF2B5EF4-FFF2-40B4-BE49-F238E27FC236}">
                <a16:creationId xmlns:a16="http://schemas.microsoft.com/office/drawing/2014/main" id="{17B41602-B466-4A7E-AAE4-5F44D4E6129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82</a:t>
            </a:r>
          </a:p>
        </p:txBody>
      </p:sp>
      <p:sp>
        <p:nvSpPr>
          <p:cNvPr id="165" name="TextBox 165">
            <a:extLst>
              <a:ext uri="{FF2B5EF4-FFF2-40B4-BE49-F238E27FC236}">
                <a16:creationId xmlns:a16="http://schemas.microsoft.com/office/drawing/2014/main" id="{85768EA0-1896-4AE8-822E-A4B5B098DB8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82.</a:t>
            </a:r>
          </a:p>
        </p:txBody>
      </p:sp>
      <p:sp>
        <p:nvSpPr>
          <p:cNvPr id="166" name="TextBox 166">
            <a:extLst>
              <a:ext uri="{FF2B5EF4-FFF2-40B4-BE49-F238E27FC236}">
                <a16:creationId xmlns:a16="http://schemas.microsoft.com/office/drawing/2014/main" id="{A3478704-2F14-4361-825F-DEC7F5AF3E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83</a:t>
            </a:r>
          </a:p>
        </p:txBody>
      </p:sp>
      <p:sp>
        <p:nvSpPr>
          <p:cNvPr id="167" name="TextBox 167">
            <a:extLst>
              <a:ext uri="{FF2B5EF4-FFF2-40B4-BE49-F238E27FC236}">
                <a16:creationId xmlns:a16="http://schemas.microsoft.com/office/drawing/2014/main" id="{0CB60C27-D5F9-4625-88F8-A54D7891E76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83.</a:t>
            </a:r>
          </a:p>
        </p:txBody>
      </p:sp>
      <p:sp>
        <p:nvSpPr>
          <p:cNvPr id="168" name="TextBox 168">
            <a:extLst>
              <a:ext uri="{FF2B5EF4-FFF2-40B4-BE49-F238E27FC236}">
                <a16:creationId xmlns:a16="http://schemas.microsoft.com/office/drawing/2014/main" id="{48D8095F-17C8-4D4E-A6D6-3C323B970A7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84</a:t>
            </a:r>
          </a:p>
        </p:txBody>
      </p:sp>
      <p:sp>
        <p:nvSpPr>
          <p:cNvPr id="169" name="TextBox 169">
            <a:extLst>
              <a:ext uri="{FF2B5EF4-FFF2-40B4-BE49-F238E27FC236}">
                <a16:creationId xmlns:a16="http://schemas.microsoft.com/office/drawing/2014/main" id="{61F4B1E6-C1DA-4B0F-BBB9-FB96C05B7D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84.</a:t>
            </a:r>
          </a:p>
        </p:txBody>
      </p:sp>
      <p:sp>
        <p:nvSpPr>
          <p:cNvPr id="170" name="TextBox 170">
            <a:extLst>
              <a:ext uri="{FF2B5EF4-FFF2-40B4-BE49-F238E27FC236}">
                <a16:creationId xmlns:a16="http://schemas.microsoft.com/office/drawing/2014/main" id="{AB3AB826-B610-43C9-9D20-B2968C10332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85</a:t>
            </a:r>
          </a:p>
        </p:txBody>
      </p:sp>
      <p:sp>
        <p:nvSpPr>
          <p:cNvPr id="171" name="TextBox 171">
            <a:extLst>
              <a:ext uri="{FF2B5EF4-FFF2-40B4-BE49-F238E27FC236}">
                <a16:creationId xmlns:a16="http://schemas.microsoft.com/office/drawing/2014/main" id="{9A39EEAA-416A-442D-9078-BB213512AD6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85.</a:t>
            </a:r>
          </a:p>
        </p:txBody>
      </p:sp>
      <p:sp>
        <p:nvSpPr>
          <p:cNvPr id="172" name="TextBox 172">
            <a:extLst>
              <a:ext uri="{FF2B5EF4-FFF2-40B4-BE49-F238E27FC236}">
                <a16:creationId xmlns:a16="http://schemas.microsoft.com/office/drawing/2014/main" id="{2D1B74E2-807F-4C23-8392-A7A17B4D56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86</a:t>
            </a:r>
          </a:p>
        </p:txBody>
      </p:sp>
      <p:sp>
        <p:nvSpPr>
          <p:cNvPr id="173" name="TextBox 173">
            <a:extLst>
              <a:ext uri="{FF2B5EF4-FFF2-40B4-BE49-F238E27FC236}">
                <a16:creationId xmlns:a16="http://schemas.microsoft.com/office/drawing/2014/main" id="{0BB512E6-12E6-42D9-9E81-CB87932FBF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86.</a:t>
            </a:r>
          </a:p>
        </p:txBody>
      </p:sp>
      <p:sp>
        <p:nvSpPr>
          <p:cNvPr id="174" name="TextBox 174">
            <a:extLst>
              <a:ext uri="{FF2B5EF4-FFF2-40B4-BE49-F238E27FC236}">
                <a16:creationId xmlns:a16="http://schemas.microsoft.com/office/drawing/2014/main" id="{8FB0D7B2-9FB7-4FA8-94C1-8F4E8EDE0F8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87</a:t>
            </a:r>
          </a:p>
        </p:txBody>
      </p:sp>
      <p:sp>
        <p:nvSpPr>
          <p:cNvPr id="175" name="TextBox 175">
            <a:extLst>
              <a:ext uri="{FF2B5EF4-FFF2-40B4-BE49-F238E27FC236}">
                <a16:creationId xmlns:a16="http://schemas.microsoft.com/office/drawing/2014/main" id="{FD9C0F19-4AFC-4258-9816-6E9C9E46D9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87.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E82439A0-3123-4216-816E-8E5596F43C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3996BCD3-0E41-4EE3-B08B-19D203FA33A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11365203-2F5F-40C4-B4FD-9386411E66A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9FCC0CED-0388-4E7C-9E8F-8769FFC389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FBD10999-6D3C-4AC6-9F84-F8392D8912A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4199A65A-B1C0-4897-BD52-4808B41FEA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1EB0086E-7157-43C8-BD05-4B185E6B423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21F368B6-35F0-4EBC-9EB8-F770B43BE0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FA64ED92-032C-4EF0-B9D2-90C57AE8186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E1EECC01-B004-41D2-A9FF-977C359BADF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6D30A73-F413-4A6B-930D-5E0BD4A2D3A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FC510C5-D68E-424F-AB5B-26B2A758816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5838DFD3-EBAF-40A3-A8F0-D84DB66AF7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AA1F2BB6-6DFA-4C84-9EFB-6CE6EEB0DF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458D6849-AC7B-4CF9-8253-D5AA24F52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56150F0C-AE03-46D8-AC5E-7C760C09C69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FA203AFF-87CC-4F1D-A7E5-352DE1125E5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3479077A-5E1A-4DCA-AF78-616E86DB5B2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268CECE2-6563-4319-8E0E-88F27A4C6AB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A0C6AA3F-197B-40EA-990D-B9FD45A46F1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FBA74959-8BA3-468A-BADC-9243BB4E0F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92ED571E-479B-4E31-ACC3-D5A05D11C1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D7BB12CD-4E10-4314-BEC8-E824165B4C3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2989E5C3-7961-4ABF-8882-BD66FB3961C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E3B32FEA-A5DA-4B0C-AF66-A3803158DBE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03343FE4-60D3-43E8-8A2A-981F900D9F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C09CE652-5316-4DBF-BDB1-E517ADDC7B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C0CEC720-8071-4A26-B2F0-D6A63453105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6921C492-2454-464C-91C4-8F876273362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DDF5E57E-7E55-4186-9970-9D46CB0D15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D794EAF1-889E-41BE-8E46-45BEE6A8C9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6CAEDF31-8550-45AB-8B7F-58B2C23B4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59315AAA-993A-4AF5-94B2-A4893A8111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7B42FF26-60C2-4493-9A3F-5EC7ACF9FA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30FE7111-E328-4959-90A6-97E6A72C1C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AD970819-B8A7-481C-A893-5B91DC4981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3B08D3E-B938-4F2F-B27C-E6E3930E56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4EE95C86-BC09-4ABE-86B1-24576758257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21FE1EC9-5218-4AD2-97E5-75C5C274BFD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3418E25E-D0EB-4EC8-8FD5-D98ADD296AC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6841C69D-564C-4AA5-B2C6-B5684777610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A4D12817-2322-4A8D-A670-4D0B5A6325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72D1E1FD-5DCB-41EC-AE76-D28776AAF97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8D54CED1-47F6-46A0-9C5D-48587A2DD1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69DD19F6-CDD4-4683-8088-8E0A213D89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32EDB2F8-20CA-4ABA-B993-F998024B01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DA49709B-072D-4C8C-ADA2-BA3508C48D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B6795E2B-2005-4C5F-9A05-841EA5FBF3C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  <p:sp>
        <p:nvSpPr>
          <p:cNvPr id="154" name="TextBox 154">
            <a:extLst>
              <a:ext uri="{FF2B5EF4-FFF2-40B4-BE49-F238E27FC236}">
                <a16:creationId xmlns:a16="http://schemas.microsoft.com/office/drawing/2014/main" id="{291952C3-4FBB-4C89-8B44-6D32BB59D3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77</a:t>
            </a:r>
          </a:p>
        </p:txBody>
      </p:sp>
      <p:sp>
        <p:nvSpPr>
          <p:cNvPr id="155" name="TextBox 155">
            <a:extLst>
              <a:ext uri="{FF2B5EF4-FFF2-40B4-BE49-F238E27FC236}">
                <a16:creationId xmlns:a16="http://schemas.microsoft.com/office/drawing/2014/main" id="{2988CA28-0E3C-4FAC-9936-BD0083C454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77.</a:t>
            </a:r>
          </a:p>
        </p:txBody>
      </p:sp>
      <p:sp>
        <p:nvSpPr>
          <p:cNvPr id="156" name="TextBox 156">
            <a:extLst>
              <a:ext uri="{FF2B5EF4-FFF2-40B4-BE49-F238E27FC236}">
                <a16:creationId xmlns:a16="http://schemas.microsoft.com/office/drawing/2014/main" id="{505CCEB2-182C-4F8B-9F88-6369FEEF25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78</a:t>
            </a:r>
          </a:p>
        </p:txBody>
      </p:sp>
      <p:sp>
        <p:nvSpPr>
          <p:cNvPr id="157" name="TextBox 157">
            <a:extLst>
              <a:ext uri="{FF2B5EF4-FFF2-40B4-BE49-F238E27FC236}">
                <a16:creationId xmlns:a16="http://schemas.microsoft.com/office/drawing/2014/main" id="{9B67A986-07D6-4BF2-A095-669FEB4910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78.</a:t>
            </a:r>
          </a:p>
        </p:txBody>
      </p:sp>
      <p:sp>
        <p:nvSpPr>
          <p:cNvPr id="158" name="TextBox 158">
            <a:extLst>
              <a:ext uri="{FF2B5EF4-FFF2-40B4-BE49-F238E27FC236}">
                <a16:creationId xmlns:a16="http://schemas.microsoft.com/office/drawing/2014/main" id="{E692A411-9DA7-4C65-812A-1684A3D2696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79</a:t>
            </a:r>
          </a:p>
        </p:txBody>
      </p:sp>
      <p:sp>
        <p:nvSpPr>
          <p:cNvPr id="159" name="TextBox 159">
            <a:extLst>
              <a:ext uri="{FF2B5EF4-FFF2-40B4-BE49-F238E27FC236}">
                <a16:creationId xmlns:a16="http://schemas.microsoft.com/office/drawing/2014/main" id="{6FB319F7-8DF7-420A-BFCF-093204CF5A9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79.</a:t>
            </a:r>
          </a:p>
        </p:txBody>
      </p:sp>
      <p:sp>
        <p:nvSpPr>
          <p:cNvPr id="160" name="TextBox 160">
            <a:extLst>
              <a:ext uri="{FF2B5EF4-FFF2-40B4-BE49-F238E27FC236}">
                <a16:creationId xmlns:a16="http://schemas.microsoft.com/office/drawing/2014/main" id="{A698C3AE-777C-4EDF-AC94-1E96F80BFE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80</a:t>
            </a:r>
          </a:p>
        </p:txBody>
      </p:sp>
      <p:sp>
        <p:nvSpPr>
          <p:cNvPr id="161" name="TextBox 161">
            <a:extLst>
              <a:ext uri="{FF2B5EF4-FFF2-40B4-BE49-F238E27FC236}">
                <a16:creationId xmlns:a16="http://schemas.microsoft.com/office/drawing/2014/main" id="{B78CA419-47B0-4E4E-B8E0-CFFF95BE3F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80.</a:t>
            </a:r>
          </a:p>
        </p:txBody>
      </p:sp>
      <p:sp>
        <p:nvSpPr>
          <p:cNvPr id="162" name="TextBox 162">
            <a:extLst>
              <a:ext uri="{FF2B5EF4-FFF2-40B4-BE49-F238E27FC236}">
                <a16:creationId xmlns:a16="http://schemas.microsoft.com/office/drawing/2014/main" id="{0D46E08E-43E9-4B2F-874C-74BB5A8A66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81</a:t>
            </a:r>
          </a:p>
        </p:txBody>
      </p:sp>
      <p:sp>
        <p:nvSpPr>
          <p:cNvPr id="163" name="TextBox 163">
            <a:extLst>
              <a:ext uri="{FF2B5EF4-FFF2-40B4-BE49-F238E27FC236}">
                <a16:creationId xmlns:a16="http://schemas.microsoft.com/office/drawing/2014/main" id="{10E71588-6CE2-4EF3-A14A-685127CE98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81.</a:t>
            </a:r>
          </a:p>
        </p:txBody>
      </p:sp>
      <p:sp>
        <p:nvSpPr>
          <p:cNvPr id="164" name="TextBox 164">
            <a:extLst>
              <a:ext uri="{FF2B5EF4-FFF2-40B4-BE49-F238E27FC236}">
                <a16:creationId xmlns:a16="http://schemas.microsoft.com/office/drawing/2014/main" id="{17B41602-B466-4A7E-AAE4-5F44D4E6129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82</a:t>
            </a:r>
          </a:p>
        </p:txBody>
      </p:sp>
      <p:sp>
        <p:nvSpPr>
          <p:cNvPr id="165" name="TextBox 165">
            <a:extLst>
              <a:ext uri="{FF2B5EF4-FFF2-40B4-BE49-F238E27FC236}">
                <a16:creationId xmlns:a16="http://schemas.microsoft.com/office/drawing/2014/main" id="{85768EA0-1896-4AE8-822E-A4B5B098DB8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82.</a:t>
            </a:r>
          </a:p>
        </p:txBody>
      </p:sp>
      <p:sp>
        <p:nvSpPr>
          <p:cNvPr id="166" name="TextBox 166">
            <a:extLst>
              <a:ext uri="{FF2B5EF4-FFF2-40B4-BE49-F238E27FC236}">
                <a16:creationId xmlns:a16="http://schemas.microsoft.com/office/drawing/2014/main" id="{A3478704-2F14-4361-825F-DEC7F5AF3E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83</a:t>
            </a:r>
          </a:p>
        </p:txBody>
      </p:sp>
      <p:sp>
        <p:nvSpPr>
          <p:cNvPr id="167" name="TextBox 167">
            <a:extLst>
              <a:ext uri="{FF2B5EF4-FFF2-40B4-BE49-F238E27FC236}">
                <a16:creationId xmlns:a16="http://schemas.microsoft.com/office/drawing/2014/main" id="{0CB60C27-D5F9-4625-88F8-A54D7891E76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83.</a:t>
            </a:r>
          </a:p>
        </p:txBody>
      </p:sp>
      <p:sp>
        <p:nvSpPr>
          <p:cNvPr id="168" name="TextBox 168">
            <a:extLst>
              <a:ext uri="{FF2B5EF4-FFF2-40B4-BE49-F238E27FC236}">
                <a16:creationId xmlns:a16="http://schemas.microsoft.com/office/drawing/2014/main" id="{48D8095F-17C8-4D4E-A6D6-3C323B970A7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84</a:t>
            </a:r>
          </a:p>
        </p:txBody>
      </p:sp>
      <p:sp>
        <p:nvSpPr>
          <p:cNvPr id="169" name="TextBox 169">
            <a:extLst>
              <a:ext uri="{FF2B5EF4-FFF2-40B4-BE49-F238E27FC236}">
                <a16:creationId xmlns:a16="http://schemas.microsoft.com/office/drawing/2014/main" id="{61F4B1E6-C1DA-4B0F-BBB9-FB96C05B7D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84.</a:t>
            </a:r>
          </a:p>
        </p:txBody>
      </p:sp>
      <p:sp>
        <p:nvSpPr>
          <p:cNvPr id="170" name="TextBox 170">
            <a:extLst>
              <a:ext uri="{FF2B5EF4-FFF2-40B4-BE49-F238E27FC236}">
                <a16:creationId xmlns:a16="http://schemas.microsoft.com/office/drawing/2014/main" id="{AB3AB826-B610-43C9-9D20-B2968C10332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85</a:t>
            </a:r>
          </a:p>
        </p:txBody>
      </p:sp>
      <p:sp>
        <p:nvSpPr>
          <p:cNvPr id="171" name="TextBox 171">
            <a:extLst>
              <a:ext uri="{FF2B5EF4-FFF2-40B4-BE49-F238E27FC236}">
                <a16:creationId xmlns:a16="http://schemas.microsoft.com/office/drawing/2014/main" id="{9A39EEAA-416A-442D-9078-BB213512AD6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85.</a:t>
            </a:r>
          </a:p>
        </p:txBody>
      </p:sp>
      <p:sp>
        <p:nvSpPr>
          <p:cNvPr id="172" name="TextBox 172">
            <a:extLst>
              <a:ext uri="{FF2B5EF4-FFF2-40B4-BE49-F238E27FC236}">
                <a16:creationId xmlns:a16="http://schemas.microsoft.com/office/drawing/2014/main" id="{2D1B74E2-807F-4C23-8392-A7A17B4D56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86</a:t>
            </a:r>
          </a:p>
        </p:txBody>
      </p:sp>
      <p:sp>
        <p:nvSpPr>
          <p:cNvPr id="173" name="TextBox 173">
            <a:extLst>
              <a:ext uri="{FF2B5EF4-FFF2-40B4-BE49-F238E27FC236}">
                <a16:creationId xmlns:a16="http://schemas.microsoft.com/office/drawing/2014/main" id="{0BB512E6-12E6-42D9-9E81-CB87932FBF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86.</a:t>
            </a:r>
          </a:p>
        </p:txBody>
      </p:sp>
      <p:sp>
        <p:nvSpPr>
          <p:cNvPr id="174" name="TextBox 174">
            <a:extLst>
              <a:ext uri="{FF2B5EF4-FFF2-40B4-BE49-F238E27FC236}">
                <a16:creationId xmlns:a16="http://schemas.microsoft.com/office/drawing/2014/main" id="{8FB0D7B2-9FB7-4FA8-94C1-8F4E8EDE0F8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87</a:t>
            </a:r>
          </a:p>
        </p:txBody>
      </p:sp>
      <p:sp>
        <p:nvSpPr>
          <p:cNvPr id="175" name="TextBox 175">
            <a:extLst>
              <a:ext uri="{FF2B5EF4-FFF2-40B4-BE49-F238E27FC236}">
                <a16:creationId xmlns:a16="http://schemas.microsoft.com/office/drawing/2014/main" id="{FD9C0F19-4AFC-4258-9816-6E9C9E46D9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87.</a:t>
            </a:r>
          </a:p>
        </p:txBody>
      </p:sp>
      <p:sp>
        <p:nvSpPr>
          <p:cNvPr id="176" name="TextBox 176">
            <a:extLst>
              <a:ext uri="{FF2B5EF4-FFF2-40B4-BE49-F238E27FC236}">
                <a16:creationId xmlns:a16="http://schemas.microsoft.com/office/drawing/2014/main" id="{C5882164-6CE2-4133-9F14-9F35064C5FE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88</a:t>
            </a:r>
          </a:p>
        </p:txBody>
      </p:sp>
      <p:sp>
        <p:nvSpPr>
          <p:cNvPr id="177" name="TextBox 177">
            <a:extLst>
              <a:ext uri="{FF2B5EF4-FFF2-40B4-BE49-F238E27FC236}">
                <a16:creationId xmlns:a16="http://schemas.microsoft.com/office/drawing/2014/main" id="{8192B62B-C355-4526-8ADE-C3AC8BF3B79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88.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E82439A0-3123-4216-816E-8E5596F43C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3996BCD3-0E41-4EE3-B08B-19D203FA33A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11365203-2F5F-40C4-B4FD-9386411E66A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9FCC0CED-0388-4E7C-9E8F-8769FFC389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FBD10999-6D3C-4AC6-9F84-F8392D8912A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4199A65A-B1C0-4897-BD52-4808B41FEA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1EB0086E-7157-43C8-BD05-4B185E6B423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21F368B6-35F0-4EBC-9EB8-F770B43BE0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FA64ED92-032C-4EF0-B9D2-90C57AE8186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E1EECC01-B004-41D2-A9FF-977C359BADF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6D30A73-F413-4A6B-930D-5E0BD4A2D3A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FC510C5-D68E-424F-AB5B-26B2A758816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5838DFD3-EBAF-40A3-A8F0-D84DB66AF7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AA1F2BB6-6DFA-4C84-9EFB-6CE6EEB0DF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458D6849-AC7B-4CF9-8253-D5AA24F52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56150F0C-AE03-46D8-AC5E-7C760C09C69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FA203AFF-87CC-4F1D-A7E5-352DE1125E5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3479077A-5E1A-4DCA-AF78-616E86DB5B2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268CECE2-6563-4319-8E0E-88F27A4C6AB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A0C6AA3F-197B-40EA-990D-B9FD45A46F1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FBA74959-8BA3-468A-BADC-9243BB4E0F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92ED571E-479B-4E31-ACC3-D5A05D11C1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D7BB12CD-4E10-4314-BEC8-E824165B4C3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2989E5C3-7961-4ABF-8882-BD66FB3961C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E3B32FEA-A5DA-4B0C-AF66-A3803158DBE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03343FE4-60D3-43E8-8A2A-981F900D9F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C09CE652-5316-4DBF-BDB1-E517ADDC7B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C0CEC720-8071-4A26-B2F0-D6A63453105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6921C492-2454-464C-91C4-8F876273362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DDF5E57E-7E55-4186-9970-9D46CB0D15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D794EAF1-889E-41BE-8E46-45BEE6A8C9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6CAEDF31-8550-45AB-8B7F-58B2C23B4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59315AAA-993A-4AF5-94B2-A4893A8111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7B42FF26-60C2-4493-9A3F-5EC7ACF9FA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30FE7111-E328-4959-90A6-97E6A72C1C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AD970819-B8A7-481C-A893-5B91DC4981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3B08D3E-B938-4F2F-B27C-E6E3930E56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4EE95C86-BC09-4ABE-86B1-24576758257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21FE1EC9-5218-4AD2-97E5-75C5C274BFD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3418E25E-D0EB-4EC8-8FD5-D98ADD296AC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6841C69D-564C-4AA5-B2C6-B5684777610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A4D12817-2322-4A8D-A670-4D0B5A6325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72D1E1FD-5DCB-41EC-AE76-D28776AAF97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8D54CED1-47F6-46A0-9C5D-48587A2DD1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69DD19F6-CDD4-4683-8088-8E0A213D89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32EDB2F8-20CA-4ABA-B993-F998024B01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DA49709B-072D-4C8C-ADA2-BA3508C48D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B6795E2B-2005-4C5F-9A05-841EA5FBF3C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  <p:sp>
        <p:nvSpPr>
          <p:cNvPr id="154" name="TextBox 154">
            <a:extLst>
              <a:ext uri="{FF2B5EF4-FFF2-40B4-BE49-F238E27FC236}">
                <a16:creationId xmlns:a16="http://schemas.microsoft.com/office/drawing/2014/main" id="{291952C3-4FBB-4C89-8B44-6D32BB59D3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77</a:t>
            </a:r>
          </a:p>
        </p:txBody>
      </p:sp>
      <p:sp>
        <p:nvSpPr>
          <p:cNvPr id="155" name="TextBox 155">
            <a:extLst>
              <a:ext uri="{FF2B5EF4-FFF2-40B4-BE49-F238E27FC236}">
                <a16:creationId xmlns:a16="http://schemas.microsoft.com/office/drawing/2014/main" id="{2988CA28-0E3C-4FAC-9936-BD0083C454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77.</a:t>
            </a:r>
          </a:p>
        </p:txBody>
      </p:sp>
      <p:sp>
        <p:nvSpPr>
          <p:cNvPr id="156" name="TextBox 156">
            <a:extLst>
              <a:ext uri="{FF2B5EF4-FFF2-40B4-BE49-F238E27FC236}">
                <a16:creationId xmlns:a16="http://schemas.microsoft.com/office/drawing/2014/main" id="{505CCEB2-182C-4F8B-9F88-6369FEEF25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78</a:t>
            </a:r>
          </a:p>
        </p:txBody>
      </p:sp>
      <p:sp>
        <p:nvSpPr>
          <p:cNvPr id="157" name="TextBox 157">
            <a:extLst>
              <a:ext uri="{FF2B5EF4-FFF2-40B4-BE49-F238E27FC236}">
                <a16:creationId xmlns:a16="http://schemas.microsoft.com/office/drawing/2014/main" id="{9B67A986-07D6-4BF2-A095-669FEB4910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78.</a:t>
            </a:r>
          </a:p>
        </p:txBody>
      </p:sp>
      <p:sp>
        <p:nvSpPr>
          <p:cNvPr id="158" name="TextBox 158">
            <a:extLst>
              <a:ext uri="{FF2B5EF4-FFF2-40B4-BE49-F238E27FC236}">
                <a16:creationId xmlns:a16="http://schemas.microsoft.com/office/drawing/2014/main" id="{E692A411-9DA7-4C65-812A-1684A3D2696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79</a:t>
            </a:r>
          </a:p>
        </p:txBody>
      </p:sp>
      <p:sp>
        <p:nvSpPr>
          <p:cNvPr id="159" name="TextBox 159">
            <a:extLst>
              <a:ext uri="{FF2B5EF4-FFF2-40B4-BE49-F238E27FC236}">
                <a16:creationId xmlns:a16="http://schemas.microsoft.com/office/drawing/2014/main" id="{6FB319F7-8DF7-420A-BFCF-093204CF5A9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79.</a:t>
            </a:r>
          </a:p>
        </p:txBody>
      </p:sp>
      <p:sp>
        <p:nvSpPr>
          <p:cNvPr id="160" name="TextBox 160">
            <a:extLst>
              <a:ext uri="{FF2B5EF4-FFF2-40B4-BE49-F238E27FC236}">
                <a16:creationId xmlns:a16="http://schemas.microsoft.com/office/drawing/2014/main" id="{A698C3AE-777C-4EDF-AC94-1E96F80BFE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80</a:t>
            </a:r>
          </a:p>
        </p:txBody>
      </p:sp>
      <p:sp>
        <p:nvSpPr>
          <p:cNvPr id="161" name="TextBox 161">
            <a:extLst>
              <a:ext uri="{FF2B5EF4-FFF2-40B4-BE49-F238E27FC236}">
                <a16:creationId xmlns:a16="http://schemas.microsoft.com/office/drawing/2014/main" id="{B78CA419-47B0-4E4E-B8E0-CFFF95BE3F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80.</a:t>
            </a:r>
          </a:p>
        </p:txBody>
      </p:sp>
      <p:sp>
        <p:nvSpPr>
          <p:cNvPr id="162" name="TextBox 162">
            <a:extLst>
              <a:ext uri="{FF2B5EF4-FFF2-40B4-BE49-F238E27FC236}">
                <a16:creationId xmlns:a16="http://schemas.microsoft.com/office/drawing/2014/main" id="{0D46E08E-43E9-4B2F-874C-74BB5A8A66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81</a:t>
            </a:r>
          </a:p>
        </p:txBody>
      </p:sp>
      <p:sp>
        <p:nvSpPr>
          <p:cNvPr id="163" name="TextBox 163">
            <a:extLst>
              <a:ext uri="{FF2B5EF4-FFF2-40B4-BE49-F238E27FC236}">
                <a16:creationId xmlns:a16="http://schemas.microsoft.com/office/drawing/2014/main" id="{10E71588-6CE2-4EF3-A14A-685127CE98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81.</a:t>
            </a:r>
          </a:p>
        </p:txBody>
      </p:sp>
      <p:sp>
        <p:nvSpPr>
          <p:cNvPr id="164" name="TextBox 164">
            <a:extLst>
              <a:ext uri="{FF2B5EF4-FFF2-40B4-BE49-F238E27FC236}">
                <a16:creationId xmlns:a16="http://schemas.microsoft.com/office/drawing/2014/main" id="{17B41602-B466-4A7E-AAE4-5F44D4E6129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82</a:t>
            </a:r>
          </a:p>
        </p:txBody>
      </p:sp>
      <p:sp>
        <p:nvSpPr>
          <p:cNvPr id="165" name="TextBox 165">
            <a:extLst>
              <a:ext uri="{FF2B5EF4-FFF2-40B4-BE49-F238E27FC236}">
                <a16:creationId xmlns:a16="http://schemas.microsoft.com/office/drawing/2014/main" id="{85768EA0-1896-4AE8-822E-A4B5B098DB8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82.</a:t>
            </a:r>
          </a:p>
        </p:txBody>
      </p:sp>
      <p:sp>
        <p:nvSpPr>
          <p:cNvPr id="166" name="TextBox 166">
            <a:extLst>
              <a:ext uri="{FF2B5EF4-FFF2-40B4-BE49-F238E27FC236}">
                <a16:creationId xmlns:a16="http://schemas.microsoft.com/office/drawing/2014/main" id="{A3478704-2F14-4361-825F-DEC7F5AF3E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83</a:t>
            </a:r>
          </a:p>
        </p:txBody>
      </p:sp>
      <p:sp>
        <p:nvSpPr>
          <p:cNvPr id="167" name="TextBox 167">
            <a:extLst>
              <a:ext uri="{FF2B5EF4-FFF2-40B4-BE49-F238E27FC236}">
                <a16:creationId xmlns:a16="http://schemas.microsoft.com/office/drawing/2014/main" id="{0CB60C27-D5F9-4625-88F8-A54D7891E76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83.</a:t>
            </a:r>
          </a:p>
        </p:txBody>
      </p:sp>
      <p:sp>
        <p:nvSpPr>
          <p:cNvPr id="168" name="TextBox 168">
            <a:extLst>
              <a:ext uri="{FF2B5EF4-FFF2-40B4-BE49-F238E27FC236}">
                <a16:creationId xmlns:a16="http://schemas.microsoft.com/office/drawing/2014/main" id="{48D8095F-17C8-4D4E-A6D6-3C323B970A7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84</a:t>
            </a:r>
          </a:p>
        </p:txBody>
      </p:sp>
      <p:sp>
        <p:nvSpPr>
          <p:cNvPr id="169" name="TextBox 169">
            <a:extLst>
              <a:ext uri="{FF2B5EF4-FFF2-40B4-BE49-F238E27FC236}">
                <a16:creationId xmlns:a16="http://schemas.microsoft.com/office/drawing/2014/main" id="{61F4B1E6-C1DA-4B0F-BBB9-FB96C05B7D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84.</a:t>
            </a:r>
          </a:p>
        </p:txBody>
      </p:sp>
      <p:sp>
        <p:nvSpPr>
          <p:cNvPr id="170" name="TextBox 170">
            <a:extLst>
              <a:ext uri="{FF2B5EF4-FFF2-40B4-BE49-F238E27FC236}">
                <a16:creationId xmlns:a16="http://schemas.microsoft.com/office/drawing/2014/main" id="{AB3AB826-B610-43C9-9D20-B2968C10332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85</a:t>
            </a:r>
          </a:p>
        </p:txBody>
      </p:sp>
      <p:sp>
        <p:nvSpPr>
          <p:cNvPr id="171" name="TextBox 171">
            <a:extLst>
              <a:ext uri="{FF2B5EF4-FFF2-40B4-BE49-F238E27FC236}">
                <a16:creationId xmlns:a16="http://schemas.microsoft.com/office/drawing/2014/main" id="{9A39EEAA-416A-442D-9078-BB213512AD6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85.</a:t>
            </a:r>
          </a:p>
        </p:txBody>
      </p:sp>
      <p:sp>
        <p:nvSpPr>
          <p:cNvPr id="172" name="TextBox 172">
            <a:extLst>
              <a:ext uri="{FF2B5EF4-FFF2-40B4-BE49-F238E27FC236}">
                <a16:creationId xmlns:a16="http://schemas.microsoft.com/office/drawing/2014/main" id="{2D1B74E2-807F-4C23-8392-A7A17B4D56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86</a:t>
            </a:r>
          </a:p>
        </p:txBody>
      </p:sp>
      <p:sp>
        <p:nvSpPr>
          <p:cNvPr id="173" name="TextBox 173">
            <a:extLst>
              <a:ext uri="{FF2B5EF4-FFF2-40B4-BE49-F238E27FC236}">
                <a16:creationId xmlns:a16="http://schemas.microsoft.com/office/drawing/2014/main" id="{0BB512E6-12E6-42D9-9E81-CB87932FBF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86.</a:t>
            </a:r>
          </a:p>
        </p:txBody>
      </p:sp>
      <p:sp>
        <p:nvSpPr>
          <p:cNvPr id="174" name="TextBox 174">
            <a:extLst>
              <a:ext uri="{FF2B5EF4-FFF2-40B4-BE49-F238E27FC236}">
                <a16:creationId xmlns:a16="http://schemas.microsoft.com/office/drawing/2014/main" id="{8FB0D7B2-9FB7-4FA8-94C1-8F4E8EDE0F8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87</a:t>
            </a:r>
          </a:p>
        </p:txBody>
      </p:sp>
      <p:sp>
        <p:nvSpPr>
          <p:cNvPr id="175" name="TextBox 175">
            <a:extLst>
              <a:ext uri="{FF2B5EF4-FFF2-40B4-BE49-F238E27FC236}">
                <a16:creationId xmlns:a16="http://schemas.microsoft.com/office/drawing/2014/main" id="{FD9C0F19-4AFC-4258-9816-6E9C9E46D9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87.</a:t>
            </a:r>
          </a:p>
        </p:txBody>
      </p:sp>
      <p:sp>
        <p:nvSpPr>
          <p:cNvPr id="176" name="TextBox 176">
            <a:extLst>
              <a:ext uri="{FF2B5EF4-FFF2-40B4-BE49-F238E27FC236}">
                <a16:creationId xmlns:a16="http://schemas.microsoft.com/office/drawing/2014/main" id="{C5882164-6CE2-4133-9F14-9F35064C5FE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88</a:t>
            </a:r>
          </a:p>
        </p:txBody>
      </p:sp>
      <p:sp>
        <p:nvSpPr>
          <p:cNvPr id="177" name="TextBox 177">
            <a:extLst>
              <a:ext uri="{FF2B5EF4-FFF2-40B4-BE49-F238E27FC236}">
                <a16:creationId xmlns:a16="http://schemas.microsoft.com/office/drawing/2014/main" id="{8192B62B-C355-4526-8ADE-C3AC8BF3B79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88.</a:t>
            </a:r>
          </a:p>
        </p:txBody>
      </p:sp>
      <p:sp>
        <p:nvSpPr>
          <p:cNvPr id="178" name="TextBox 178">
            <a:extLst>
              <a:ext uri="{FF2B5EF4-FFF2-40B4-BE49-F238E27FC236}">
                <a16:creationId xmlns:a16="http://schemas.microsoft.com/office/drawing/2014/main" id="{0442B6C9-C50A-49B0-A12A-ABB299EEE9F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89</a:t>
            </a:r>
          </a:p>
        </p:txBody>
      </p:sp>
      <p:sp>
        <p:nvSpPr>
          <p:cNvPr id="179" name="TextBox 179">
            <a:extLst>
              <a:ext uri="{FF2B5EF4-FFF2-40B4-BE49-F238E27FC236}">
                <a16:creationId xmlns:a16="http://schemas.microsoft.com/office/drawing/2014/main" id="{D6F23C5A-FB97-44F0-BAC6-FD45070C860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89.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E82439A0-3123-4216-816E-8E5596F43C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3996BCD3-0E41-4EE3-B08B-19D203FA33A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11365203-2F5F-40C4-B4FD-9386411E66A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9FCC0CED-0388-4E7C-9E8F-8769FFC389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FBD10999-6D3C-4AC6-9F84-F8392D8912A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4199A65A-B1C0-4897-BD52-4808B41FEA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1EB0086E-7157-43C8-BD05-4B185E6B423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21F368B6-35F0-4EBC-9EB8-F770B43BE0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FA64ED92-032C-4EF0-B9D2-90C57AE8186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E1EECC01-B004-41D2-A9FF-977C359BADF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6D30A73-F413-4A6B-930D-5E0BD4A2D3A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FC510C5-D68E-424F-AB5B-26B2A758816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5838DFD3-EBAF-40A3-A8F0-D84DB66AF7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AA1F2BB6-6DFA-4C84-9EFB-6CE6EEB0DF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458D6849-AC7B-4CF9-8253-D5AA24F52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56150F0C-AE03-46D8-AC5E-7C760C09C69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FA203AFF-87CC-4F1D-A7E5-352DE1125E5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3479077A-5E1A-4DCA-AF78-616E86DB5B2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268CECE2-6563-4319-8E0E-88F27A4C6AB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A0C6AA3F-197B-40EA-990D-B9FD45A46F1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FBA74959-8BA3-468A-BADC-9243BB4E0F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92ED571E-479B-4E31-ACC3-D5A05D11C1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D7BB12CD-4E10-4314-BEC8-E824165B4C3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2989E5C3-7961-4ABF-8882-BD66FB3961C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E3B32FEA-A5DA-4B0C-AF66-A3803158DBE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03343FE4-60D3-43E8-8A2A-981F900D9F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C09CE652-5316-4DBF-BDB1-E517ADDC7B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C0CEC720-8071-4A26-B2F0-D6A63453105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6921C492-2454-464C-91C4-8F876273362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DDF5E57E-7E55-4186-9970-9D46CB0D15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D794EAF1-889E-41BE-8E46-45BEE6A8C9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6CAEDF31-8550-45AB-8B7F-58B2C23B4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59315AAA-993A-4AF5-94B2-A4893A8111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7B42FF26-60C2-4493-9A3F-5EC7ACF9FA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30FE7111-E328-4959-90A6-97E6A72C1C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AD970819-B8A7-481C-A893-5B91DC4981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3B08D3E-B938-4F2F-B27C-E6E3930E56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4EE95C86-BC09-4ABE-86B1-24576758257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21FE1EC9-5218-4AD2-97E5-75C5C274BFD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3418E25E-D0EB-4EC8-8FD5-D98ADD296AC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6841C69D-564C-4AA5-B2C6-B5684777610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A4D12817-2322-4A8D-A670-4D0B5A6325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72D1E1FD-5DCB-41EC-AE76-D28776AAF97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8D54CED1-47F6-46A0-9C5D-48587A2DD1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69DD19F6-CDD4-4683-8088-8E0A213D89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32EDB2F8-20CA-4ABA-B993-F998024B01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DA49709B-072D-4C8C-ADA2-BA3508C48D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B6795E2B-2005-4C5F-9A05-841EA5FBF3C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  <p:sp>
        <p:nvSpPr>
          <p:cNvPr id="154" name="TextBox 154">
            <a:extLst>
              <a:ext uri="{FF2B5EF4-FFF2-40B4-BE49-F238E27FC236}">
                <a16:creationId xmlns:a16="http://schemas.microsoft.com/office/drawing/2014/main" id="{291952C3-4FBB-4C89-8B44-6D32BB59D3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77</a:t>
            </a:r>
          </a:p>
        </p:txBody>
      </p:sp>
      <p:sp>
        <p:nvSpPr>
          <p:cNvPr id="155" name="TextBox 155">
            <a:extLst>
              <a:ext uri="{FF2B5EF4-FFF2-40B4-BE49-F238E27FC236}">
                <a16:creationId xmlns:a16="http://schemas.microsoft.com/office/drawing/2014/main" id="{2988CA28-0E3C-4FAC-9936-BD0083C454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77.</a:t>
            </a:r>
          </a:p>
        </p:txBody>
      </p:sp>
      <p:sp>
        <p:nvSpPr>
          <p:cNvPr id="156" name="TextBox 156">
            <a:extLst>
              <a:ext uri="{FF2B5EF4-FFF2-40B4-BE49-F238E27FC236}">
                <a16:creationId xmlns:a16="http://schemas.microsoft.com/office/drawing/2014/main" id="{505CCEB2-182C-4F8B-9F88-6369FEEF25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78</a:t>
            </a:r>
          </a:p>
        </p:txBody>
      </p:sp>
      <p:sp>
        <p:nvSpPr>
          <p:cNvPr id="157" name="TextBox 157">
            <a:extLst>
              <a:ext uri="{FF2B5EF4-FFF2-40B4-BE49-F238E27FC236}">
                <a16:creationId xmlns:a16="http://schemas.microsoft.com/office/drawing/2014/main" id="{9B67A986-07D6-4BF2-A095-669FEB4910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78.</a:t>
            </a:r>
          </a:p>
        </p:txBody>
      </p:sp>
      <p:sp>
        <p:nvSpPr>
          <p:cNvPr id="158" name="TextBox 158">
            <a:extLst>
              <a:ext uri="{FF2B5EF4-FFF2-40B4-BE49-F238E27FC236}">
                <a16:creationId xmlns:a16="http://schemas.microsoft.com/office/drawing/2014/main" id="{E692A411-9DA7-4C65-812A-1684A3D2696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79</a:t>
            </a:r>
          </a:p>
        </p:txBody>
      </p:sp>
      <p:sp>
        <p:nvSpPr>
          <p:cNvPr id="159" name="TextBox 159">
            <a:extLst>
              <a:ext uri="{FF2B5EF4-FFF2-40B4-BE49-F238E27FC236}">
                <a16:creationId xmlns:a16="http://schemas.microsoft.com/office/drawing/2014/main" id="{6FB319F7-8DF7-420A-BFCF-093204CF5A9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79.</a:t>
            </a:r>
          </a:p>
        </p:txBody>
      </p:sp>
      <p:sp>
        <p:nvSpPr>
          <p:cNvPr id="160" name="TextBox 160">
            <a:extLst>
              <a:ext uri="{FF2B5EF4-FFF2-40B4-BE49-F238E27FC236}">
                <a16:creationId xmlns:a16="http://schemas.microsoft.com/office/drawing/2014/main" id="{A698C3AE-777C-4EDF-AC94-1E96F80BFE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80</a:t>
            </a:r>
          </a:p>
        </p:txBody>
      </p:sp>
      <p:sp>
        <p:nvSpPr>
          <p:cNvPr id="161" name="TextBox 161">
            <a:extLst>
              <a:ext uri="{FF2B5EF4-FFF2-40B4-BE49-F238E27FC236}">
                <a16:creationId xmlns:a16="http://schemas.microsoft.com/office/drawing/2014/main" id="{B78CA419-47B0-4E4E-B8E0-CFFF95BE3F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80.</a:t>
            </a:r>
          </a:p>
        </p:txBody>
      </p:sp>
      <p:sp>
        <p:nvSpPr>
          <p:cNvPr id="162" name="TextBox 162">
            <a:extLst>
              <a:ext uri="{FF2B5EF4-FFF2-40B4-BE49-F238E27FC236}">
                <a16:creationId xmlns:a16="http://schemas.microsoft.com/office/drawing/2014/main" id="{0D46E08E-43E9-4B2F-874C-74BB5A8A66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81</a:t>
            </a:r>
          </a:p>
        </p:txBody>
      </p:sp>
      <p:sp>
        <p:nvSpPr>
          <p:cNvPr id="163" name="TextBox 163">
            <a:extLst>
              <a:ext uri="{FF2B5EF4-FFF2-40B4-BE49-F238E27FC236}">
                <a16:creationId xmlns:a16="http://schemas.microsoft.com/office/drawing/2014/main" id="{10E71588-6CE2-4EF3-A14A-685127CE98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81.</a:t>
            </a:r>
          </a:p>
        </p:txBody>
      </p:sp>
      <p:sp>
        <p:nvSpPr>
          <p:cNvPr id="164" name="TextBox 164">
            <a:extLst>
              <a:ext uri="{FF2B5EF4-FFF2-40B4-BE49-F238E27FC236}">
                <a16:creationId xmlns:a16="http://schemas.microsoft.com/office/drawing/2014/main" id="{17B41602-B466-4A7E-AAE4-5F44D4E6129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82</a:t>
            </a:r>
          </a:p>
        </p:txBody>
      </p:sp>
      <p:sp>
        <p:nvSpPr>
          <p:cNvPr id="165" name="TextBox 165">
            <a:extLst>
              <a:ext uri="{FF2B5EF4-FFF2-40B4-BE49-F238E27FC236}">
                <a16:creationId xmlns:a16="http://schemas.microsoft.com/office/drawing/2014/main" id="{85768EA0-1896-4AE8-822E-A4B5B098DB8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82.</a:t>
            </a:r>
          </a:p>
        </p:txBody>
      </p:sp>
      <p:sp>
        <p:nvSpPr>
          <p:cNvPr id="166" name="TextBox 166">
            <a:extLst>
              <a:ext uri="{FF2B5EF4-FFF2-40B4-BE49-F238E27FC236}">
                <a16:creationId xmlns:a16="http://schemas.microsoft.com/office/drawing/2014/main" id="{A3478704-2F14-4361-825F-DEC7F5AF3E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83</a:t>
            </a:r>
          </a:p>
        </p:txBody>
      </p:sp>
      <p:sp>
        <p:nvSpPr>
          <p:cNvPr id="167" name="TextBox 167">
            <a:extLst>
              <a:ext uri="{FF2B5EF4-FFF2-40B4-BE49-F238E27FC236}">
                <a16:creationId xmlns:a16="http://schemas.microsoft.com/office/drawing/2014/main" id="{0CB60C27-D5F9-4625-88F8-A54D7891E76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83.</a:t>
            </a:r>
          </a:p>
        </p:txBody>
      </p:sp>
      <p:sp>
        <p:nvSpPr>
          <p:cNvPr id="168" name="TextBox 168">
            <a:extLst>
              <a:ext uri="{FF2B5EF4-FFF2-40B4-BE49-F238E27FC236}">
                <a16:creationId xmlns:a16="http://schemas.microsoft.com/office/drawing/2014/main" id="{48D8095F-17C8-4D4E-A6D6-3C323B970A7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84</a:t>
            </a:r>
          </a:p>
        </p:txBody>
      </p:sp>
      <p:sp>
        <p:nvSpPr>
          <p:cNvPr id="169" name="TextBox 169">
            <a:extLst>
              <a:ext uri="{FF2B5EF4-FFF2-40B4-BE49-F238E27FC236}">
                <a16:creationId xmlns:a16="http://schemas.microsoft.com/office/drawing/2014/main" id="{61F4B1E6-C1DA-4B0F-BBB9-FB96C05B7D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84.</a:t>
            </a:r>
          </a:p>
        </p:txBody>
      </p:sp>
      <p:sp>
        <p:nvSpPr>
          <p:cNvPr id="170" name="TextBox 170">
            <a:extLst>
              <a:ext uri="{FF2B5EF4-FFF2-40B4-BE49-F238E27FC236}">
                <a16:creationId xmlns:a16="http://schemas.microsoft.com/office/drawing/2014/main" id="{AB3AB826-B610-43C9-9D20-B2968C10332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85</a:t>
            </a:r>
          </a:p>
        </p:txBody>
      </p:sp>
      <p:sp>
        <p:nvSpPr>
          <p:cNvPr id="171" name="TextBox 171">
            <a:extLst>
              <a:ext uri="{FF2B5EF4-FFF2-40B4-BE49-F238E27FC236}">
                <a16:creationId xmlns:a16="http://schemas.microsoft.com/office/drawing/2014/main" id="{9A39EEAA-416A-442D-9078-BB213512AD6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85.</a:t>
            </a:r>
          </a:p>
        </p:txBody>
      </p:sp>
      <p:sp>
        <p:nvSpPr>
          <p:cNvPr id="172" name="TextBox 172">
            <a:extLst>
              <a:ext uri="{FF2B5EF4-FFF2-40B4-BE49-F238E27FC236}">
                <a16:creationId xmlns:a16="http://schemas.microsoft.com/office/drawing/2014/main" id="{2D1B74E2-807F-4C23-8392-A7A17B4D56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86</a:t>
            </a:r>
          </a:p>
        </p:txBody>
      </p:sp>
      <p:sp>
        <p:nvSpPr>
          <p:cNvPr id="173" name="TextBox 173">
            <a:extLst>
              <a:ext uri="{FF2B5EF4-FFF2-40B4-BE49-F238E27FC236}">
                <a16:creationId xmlns:a16="http://schemas.microsoft.com/office/drawing/2014/main" id="{0BB512E6-12E6-42D9-9E81-CB87932FBF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86.</a:t>
            </a:r>
          </a:p>
        </p:txBody>
      </p:sp>
      <p:sp>
        <p:nvSpPr>
          <p:cNvPr id="174" name="TextBox 174">
            <a:extLst>
              <a:ext uri="{FF2B5EF4-FFF2-40B4-BE49-F238E27FC236}">
                <a16:creationId xmlns:a16="http://schemas.microsoft.com/office/drawing/2014/main" id="{8FB0D7B2-9FB7-4FA8-94C1-8F4E8EDE0F8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87</a:t>
            </a:r>
          </a:p>
        </p:txBody>
      </p:sp>
      <p:sp>
        <p:nvSpPr>
          <p:cNvPr id="175" name="TextBox 175">
            <a:extLst>
              <a:ext uri="{FF2B5EF4-FFF2-40B4-BE49-F238E27FC236}">
                <a16:creationId xmlns:a16="http://schemas.microsoft.com/office/drawing/2014/main" id="{FD9C0F19-4AFC-4258-9816-6E9C9E46D9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87.</a:t>
            </a:r>
          </a:p>
        </p:txBody>
      </p:sp>
      <p:sp>
        <p:nvSpPr>
          <p:cNvPr id="176" name="TextBox 176">
            <a:extLst>
              <a:ext uri="{FF2B5EF4-FFF2-40B4-BE49-F238E27FC236}">
                <a16:creationId xmlns:a16="http://schemas.microsoft.com/office/drawing/2014/main" id="{C5882164-6CE2-4133-9F14-9F35064C5FE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88</a:t>
            </a:r>
          </a:p>
        </p:txBody>
      </p:sp>
      <p:sp>
        <p:nvSpPr>
          <p:cNvPr id="177" name="TextBox 177">
            <a:extLst>
              <a:ext uri="{FF2B5EF4-FFF2-40B4-BE49-F238E27FC236}">
                <a16:creationId xmlns:a16="http://schemas.microsoft.com/office/drawing/2014/main" id="{8192B62B-C355-4526-8ADE-C3AC8BF3B79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88.</a:t>
            </a:r>
          </a:p>
        </p:txBody>
      </p:sp>
      <p:sp>
        <p:nvSpPr>
          <p:cNvPr id="178" name="TextBox 178">
            <a:extLst>
              <a:ext uri="{FF2B5EF4-FFF2-40B4-BE49-F238E27FC236}">
                <a16:creationId xmlns:a16="http://schemas.microsoft.com/office/drawing/2014/main" id="{0442B6C9-C50A-49B0-A12A-ABB299EEE9F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89</a:t>
            </a:r>
          </a:p>
        </p:txBody>
      </p:sp>
      <p:sp>
        <p:nvSpPr>
          <p:cNvPr id="179" name="TextBox 179">
            <a:extLst>
              <a:ext uri="{FF2B5EF4-FFF2-40B4-BE49-F238E27FC236}">
                <a16:creationId xmlns:a16="http://schemas.microsoft.com/office/drawing/2014/main" id="{D6F23C5A-FB97-44F0-BAC6-FD45070C860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89.</a:t>
            </a:r>
          </a:p>
        </p:txBody>
      </p:sp>
      <p:sp>
        <p:nvSpPr>
          <p:cNvPr id="180" name="TextBox 180">
            <a:extLst>
              <a:ext uri="{FF2B5EF4-FFF2-40B4-BE49-F238E27FC236}">
                <a16:creationId xmlns:a16="http://schemas.microsoft.com/office/drawing/2014/main" id="{0E87D6D6-8756-4DA9-9CF8-5D3E184792F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90</a:t>
            </a:r>
          </a:p>
        </p:txBody>
      </p:sp>
      <p:sp>
        <p:nvSpPr>
          <p:cNvPr id="181" name="TextBox 181">
            <a:extLst>
              <a:ext uri="{FF2B5EF4-FFF2-40B4-BE49-F238E27FC236}">
                <a16:creationId xmlns:a16="http://schemas.microsoft.com/office/drawing/2014/main" id="{3873A3E9-3D63-4BAE-9C30-6B39341FD39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90.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E82439A0-3123-4216-816E-8E5596F43C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3996BCD3-0E41-4EE3-B08B-19D203FA33A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11365203-2F5F-40C4-B4FD-9386411E66A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9FCC0CED-0388-4E7C-9E8F-8769FFC389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FBD10999-6D3C-4AC6-9F84-F8392D8912A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4199A65A-B1C0-4897-BD52-4808B41FEA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1EB0086E-7157-43C8-BD05-4B185E6B423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21F368B6-35F0-4EBC-9EB8-F770B43BE0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FA64ED92-032C-4EF0-B9D2-90C57AE8186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E1EECC01-B004-41D2-A9FF-977C359BADF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6D30A73-F413-4A6B-930D-5E0BD4A2D3A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FC510C5-D68E-424F-AB5B-26B2A758816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5838DFD3-EBAF-40A3-A8F0-D84DB66AF7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AA1F2BB6-6DFA-4C84-9EFB-6CE6EEB0DF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458D6849-AC7B-4CF9-8253-D5AA24F52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56150F0C-AE03-46D8-AC5E-7C760C09C69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FA203AFF-87CC-4F1D-A7E5-352DE1125E5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3479077A-5E1A-4DCA-AF78-616E86DB5B2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268CECE2-6563-4319-8E0E-88F27A4C6AB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A0C6AA3F-197B-40EA-990D-B9FD45A46F1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FBA74959-8BA3-468A-BADC-9243BB4E0F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92ED571E-479B-4E31-ACC3-D5A05D11C1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D7BB12CD-4E10-4314-BEC8-E824165B4C3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2989E5C3-7961-4ABF-8882-BD66FB3961C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E3B32FEA-A5DA-4B0C-AF66-A3803158DBE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03343FE4-60D3-43E8-8A2A-981F900D9F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C09CE652-5316-4DBF-BDB1-E517ADDC7B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C0CEC720-8071-4A26-B2F0-D6A63453105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6921C492-2454-464C-91C4-8F876273362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DDF5E57E-7E55-4186-9970-9D46CB0D15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D794EAF1-889E-41BE-8E46-45BEE6A8C9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6CAEDF31-8550-45AB-8B7F-58B2C23B4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59315AAA-993A-4AF5-94B2-A4893A8111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7B42FF26-60C2-4493-9A3F-5EC7ACF9FA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30FE7111-E328-4959-90A6-97E6A72C1C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AD970819-B8A7-481C-A893-5B91DC4981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3B08D3E-B938-4F2F-B27C-E6E3930E56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4EE95C86-BC09-4ABE-86B1-24576758257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21FE1EC9-5218-4AD2-97E5-75C5C274BFD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3418E25E-D0EB-4EC8-8FD5-D98ADD296AC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6841C69D-564C-4AA5-B2C6-B5684777610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A4D12817-2322-4A8D-A670-4D0B5A6325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72D1E1FD-5DCB-41EC-AE76-D28776AAF97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8D54CED1-47F6-46A0-9C5D-48587A2DD1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69DD19F6-CDD4-4683-8088-8E0A213D89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32EDB2F8-20CA-4ABA-B993-F998024B01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DA49709B-072D-4C8C-ADA2-BA3508C48D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B6795E2B-2005-4C5F-9A05-841EA5FBF3C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  <p:sp>
        <p:nvSpPr>
          <p:cNvPr id="154" name="TextBox 154">
            <a:extLst>
              <a:ext uri="{FF2B5EF4-FFF2-40B4-BE49-F238E27FC236}">
                <a16:creationId xmlns:a16="http://schemas.microsoft.com/office/drawing/2014/main" id="{291952C3-4FBB-4C89-8B44-6D32BB59D3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77</a:t>
            </a:r>
          </a:p>
        </p:txBody>
      </p:sp>
      <p:sp>
        <p:nvSpPr>
          <p:cNvPr id="155" name="TextBox 155">
            <a:extLst>
              <a:ext uri="{FF2B5EF4-FFF2-40B4-BE49-F238E27FC236}">
                <a16:creationId xmlns:a16="http://schemas.microsoft.com/office/drawing/2014/main" id="{2988CA28-0E3C-4FAC-9936-BD0083C454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77.</a:t>
            </a:r>
          </a:p>
        </p:txBody>
      </p:sp>
      <p:sp>
        <p:nvSpPr>
          <p:cNvPr id="156" name="TextBox 156">
            <a:extLst>
              <a:ext uri="{FF2B5EF4-FFF2-40B4-BE49-F238E27FC236}">
                <a16:creationId xmlns:a16="http://schemas.microsoft.com/office/drawing/2014/main" id="{505CCEB2-182C-4F8B-9F88-6369FEEF25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78</a:t>
            </a:r>
          </a:p>
        </p:txBody>
      </p:sp>
      <p:sp>
        <p:nvSpPr>
          <p:cNvPr id="157" name="TextBox 157">
            <a:extLst>
              <a:ext uri="{FF2B5EF4-FFF2-40B4-BE49-F238E27FC236}">
                <a16:creationId xmlns:a16="http://schemas.microsoft.com/office/drawing/2014/main" id="{9B67A986-07D6-4BF2-A095-669FEB4910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78.</a:t>
            </a:r>
          </a:p>
        </p:txBody>
      </p:sp>
      <p:sp>
        <p:nvSpPr>
          <p:cNvPr id="158" name="TextBox 158">
            <a:extLst>
              <a:ext uri="{FF2B5EF4-FFF2-40B4-BE49-F238E27FC236}">
                <a16:creationId xmlns:a16="http://schemas.microsoft.com/office/drawing/2014/main" id="{E692A411-9DA7-4C65-812A-1684A3D2696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79</a:t>
            </a:r>
          </a:p>
        </p:txBody>
      </p:sp>
      <p:sp>
        <p:nvSpPr>
          <p:cNvPr id="159" name="TextBox 159">
            <a:extLst>
              <a:ext uri="{FF2B5EF4-FFF2-40B4-BE49-F238E27FC236}">
                <a16:creationId xmlns:a16="http://schemas.microsoft.com/office/drawing/2014/main" id="{6FB319F7-8DF7-420A-BFCF-093204CF5A9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79.</a:t>
            </a:r>
          </a:p>
        </p:txBody>
      </p:sp>
      <p:sp>
        <p:nvSpPr>
          <p:cNvPr id="160" name="TextBox 160">
            <a:extLst>
              <a:ext uri="{FF2B5EF4-FFF2-40B4-BE49-F238E27FC236}">
                <a16:creationId xmlns:a16="http://schemas.microsoft.com/office/drawing/2014/main" id="{A698C3AE-777C-4EDF-AC94-1E96F80BFE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80</a:t>
            </a:r>
          </a:p>
        </p:txBody>
      </p:sp>
      <p:sp>
        <p:nvSpPr>
          <p:cNvPr id="161" name="TextBox 161">
            <a:extLst>
              <a:ext uri="{FF2B5EF4-FFF2-40B4-BE49-F238E27FC236}">
                <a16:creationId xmlns:a16="http://schemas.microsoft.com/office/drawing/2014/main" id="{B78CA419-47B0-4E4E-B8E0-CFFF95BE3F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80.</a:t>
            </a:r>
          </a:p>
        </p:txBody>
      </p:sp>
      <p:sp>
        <p:nvSpPr>
          <p:cNvPr id="162" name="TextBox 162">
            <a:extLst>
              <a:ext uri="{FF2B5EF4-FFF2-40B4-BE49-F238E27FC236}">
                <a16:creationId xmlns:a16="http://schemas.microsoft.com/office/drawing/2014/main" id="{0D46E08E-43E9-4B2F-874C-74BB5A8A66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81</a:t>
            </a:r>
          </a:p>
        </p:txBody>
      </p:sp>
      <p:sp>
        <p:nvSpPr>
          <p:cNvPr id="163" name="TextBox 163">
            <a:extLst>
              <a:ext uri="{FF2B5EF4-FFF2-40B4-BE49-F238E27FC236}">
                <a16:creationId xmlns:a16="http://schemas.microsoft.com/office/drawing/2014/main" id="{10E71588-6CE2-4EF3-A14A-685127CE98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81.</a:t>
            </a:r>
          </a:p>
        </p:txBody>
      </p:sp>
      <p:sp>
        <p:nvSpPr>
          <p:cNvPr id="164" name="TextBox 164">
            <a:extLst>
              <a:ext uri="{FF2B5EF4-FFF2-40B4-BE49-F238E27FC236}">
                <a16:creationId xmlns:a16="http://schemas.microsoft.com/office/drawing/2014/main" id="{17B41602-B466-4A7E-AAE4-5F44D4E6129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82</a:t>
            </a:r>
          </a:p>
        </p:txBody>
      </p:sp>
      <p:sp>
        <p:nvSpPr>
          <p:cNvPr id="165" name="TextBox 165">
            <a:extLst>
              <a:ext uri="{FF2B5EF4-FFF2-40B4-BE49-F238E27FC236}">
                <a16:creationId xmlns:a16="http://schemas.microsoft.com/office/drawing/2014/main" id="{85768EA0-1896-4AE8-822E-A4B5B098DB8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82.</a:t>
            </a:r>
          </a:p>
        </p:txBody>
      </p:sp>
      <p:sp>
        <p:nvSpPr>
          <p:cNvPr id="166" name="TextBox 166">
            <a:extLst>
              <a:ext uri="{FF2B5EF4-FFF2-40B4-BE49-F238E27FC236}">
                <a16:creationId xmlns:a16="http://schemas.microsoft.com/office/drawing/2014/main" id="{A3478704-2F14-4361-825F-DEC7F5AF3E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83</a:t>
            </a:r>
          </a:p>
        </p:txBody>
      </p:sp>
      <p:sp>
        <p:nvSpPr>
          <p:cNvPr id="167" name="TextBox 167">
            <a:extLst>
              <a:ext uri="{FF2B5EF4-FFF2-40B4-BE49-F238E27FC236}">
                <a16:creationId xmlns:a16="http://schemas.microsoft.com/office/drawing/2014/main" id="{0CB60C27-D5F9-4625-88F8-A54D7891E76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83.</a:t>
            </a:r>
          </a:p>
        </p:txBody>
      </p:sp>
      <p:sp>
        <p:nvSpPr>
          <p:cNvPr id="168" name="TextBox 168">
            <a:extLst>
              <a:ext uri="{FF2B5EF4-FFF2-40B4-BE49-F238E27FC236}">
                <a16:creationId xmlns:a16="http://schemas.microsoft.com/office/drawing/2014/main" id="{48D8095F-17C8-4D4E-A6D6-3C323B970A7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84</a:t>
            </a:r>
          </a:p>
        </p:txBody>
      </p:sp>
      <p:sp>
        <p:nvSpPr>
          <p:cNvPr id="169" name="TextBox 169">
            <a:extLst>
              <a:ext uri="{FF2B5EF4-FFF2-40B4-BE49-F238E27FC236}">
                <a16:creationId xmlns:a16="http://schemas.microsoft.com/office/drawing/2014/main" id="{61F4B1E6-C1DA-4B0F-BBB9-FB96C05B7D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84.</a:t>
            </a:r>
          </a:p>
        </p:txBody>
      </p:sp>
      <p:sp>
        <p:nvSpPr>
          <p:cNvPr id="170" name="TextBox 170">
            <a:extLst>
              <a:ext uri="{FF2B5EF4-FFF2-40B4-BE49-F238E27FC236}">
                <a16:creationId xmlns:a16="http://schemas.microsoft.com/office/drawing/2014/main" id="{AB3AB826-B610-43C9-9D20-B2968C10332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85</a:t>
            </a:r>
          </a:p>
        </p:txBody>
      </p:sp>
      <p:sp>
        <p:nvSpPr>
          <p:cNvPr id="171" name="TextBox 171">
            <a:extLst>
              <a:ext uri="{FF2B5EF4-FFF2-40B4-BE49-F238E27FC236}">
                <a16:creationId xmlns:a16="http://schemas.microsoft.com/office/drawing/2014/main" id="{9A39EEAA-416A-442D-9078-BB213512AD6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85.</a:t>
            </a:r>
          </a:p>
        </p:txBody>
      </p:sp>
      <p:sp>
        <p:nvSpPr>
          <p:cNvPr id="172" name="TextBox 172">
            <a:extLst>
              <a:ext uri="{FF2B5EF4-FFF2-40B4-BE49-F238E27FC236}">
                <a16:creationId xmlns:a16="http://schemas.microsoft.com/office/drawing/2014/main" id="{2D1B74E2-807F-4C23-8392-A7A17B4D56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86</a:t>
            </a:r>
          </a:p>
        </p:txBody>
      </p:sp>
      <p:sp>
        <p:nvSpPr>
          <p:cNvPr id="173" name="TextBox 173">
            <a:extLst>
              <a:ext uri="{FF2B5EF4-FFF2-40B4-BE49-F238E27FC236}">
                <a16:creationId xmlns:a16="http://schemas.microsoft.com/office/drawing/2014/main" id="{0BB512E6-12E6-42D9-9E81-CB87932FBF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86.</a:t>
            </a:r>
          </a:p>
        </p:txBody>
      </p:sp>
      <p:sp>
        <p:nvSpPr>
          <p:cNvPr id="174" name="TextBox 174">
            <a:extLst>
              <a:ext uri="{FF2B5EF4-FFF2-40B4-BE49-F238E27FC236}">
                <a16:creationId xmlns:a16="http://schemas.microsoft.com/office/drawing/2014/main" id="{8FB0D7B2-9FB7-4FA8-94C1-8F4E8EDE0F8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87</a:t>
            </a:r>
          </a:p>
        </p:txBody>
      </p:sp>
      <p:sp>
        <p:nvSpPr>
          <p:cNvPr id="175" name="TextBox 175">
            <a:extLst>
              <a:ext uri="{FF2B5EF4-FFF2-40B4-BE49-F238E27FC236}">
                <a16:creationId xmlns:a16="http://schemas.microsoft.com/office/drawing/2014/main" id="{FD9C0F19-4AFC-4258-9816-6E9C9E46D9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87.</a:t>
            </a:r>
          </a:p>
        </p:txBody>
      </p:sp>
      <p:sp>
        <p:nvSpPr>
          <p:cNvPr id="176" name="TextBox 176">
            <a:extLst>
              <a:ext uri="{FF2B5EF4-FFF2-40B4-BE49-F238E27FC236}">
                <a16:creationId xmlns:a16="http://schemas.microsoft.com/office/drawing/2014/main" id="{C5882164-6CE2-4133-9F14-9F35064C5FE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88</a:t>
            </a:r>
          </a:p>
        </p:txBody>
      </p:sp>
      <p:sp>
        <p:nvSpPr>
          <p:cNvPr id="177" name="TextBox 177">
            <a:extLst>
              <a:ext uri="{FF2B5EF4-FFF2-40B4-BE49-F238E27FC236}">
                <a16:creationId xmlns:a16="http://schemas.microsoft.com/office/drawing/2014/main" id="{8192B62B-C355-4526-8ADE-C3AC8BF3B79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88.</a:t>
            </a:r>
          </a:p>
        </p:txBody>
      </p:sp>
      <p:sp>
        <p:nvSpPr>
          <p:cNvPr id="178" name="TextBox 178">
            <a:extLst>
              <a:ext uri="{FF2B5EF4-FFF2-40B4-BE49-F238E27FC236}">
                <a16:creationId xmlns:a16="http://schemas.microsoft.com/office/drawing/2014/main" id="{0442B6C9-C50A-49B0-A12A-ABB299EEE9F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89</a:t>
            </a:r>
          </a:p>
        </p:txBody>
      </p:sp>
      <p:sp>
        <p:nvSpPr>
          <p:cNvPr id="179" name="TextBox 179">
            <a:extLst>
              <a:ext uri="{FF2B5EF4-FFF2-40B4-BE49-F238E27FC236}">
                <a16:creationId xmlns:a16="http://schemas.microsoft.com/office/drawing/2014/main" id="{D6F23C5A-FB97-44F0-BAC6-FD45070C860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89.</a:t>
            </a:r>
          </a:p>
        </p:txBody>
      </p:sp>
      <p:sp>
        <p:nvSpPr>
          <p:cNvPr id="180" name="TextBox 180">
            <a:extLst>
              <a:ext uri="{FF2B5EF4-FFF2-40B4-BE49-F238E27FC236}">
                <a16:creationId xmlns:a16="http://schemas.microsoft.com/office/drawing/2014/main" id="{0E87D6D6-8756-4DA9-9CF8-5D3E184792F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90</a:t>
            </a:r>
          </a:p>
        </p:txBody>
      </p:sp>
      <p:sp>
        <p:nvSpPr>
          <p:cNvPr id="181" name="TextBox 181">
            <a:extLst>
              <a:ext uri="{FF2B5EF4-FFF2-40B4-BE49-F238E27FC236}">
                <a16:creationId xmlns:a16="http://schemas.microsoft.com/office/drawing/2014/main" id="{3873A3E9-3D63-4BAE-9C30-6B39341FD39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90.</a:t>
            </a:r>
          </a:p>
        </p:txBody>
      </p:sp>
      <p:sp>
        <p:nvSpPr>
          <p:cNvPr id="182" name="TextBox 182">
            <a:extLst>
              <a:ext uri="{FF2B5EF4-FFF2-40B4-BE49-F238E27FC236}">
                <a16:creationId xmlns:a16="http://schemas.microsoft.com/office/drawing/2014/main" id="{FDE925BF-7F11-4135-A431-5DC991C5C2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91</a:t>
            </a:r>
          </a:p>
        </p:txBody>
      </p:sp>
      <p:sp>
        <p:nvSpPr>
          <p:cNvPr id="183" name="TextBox 183">
            <a:extLst>
              <a:ext uri="{FF2B5EF4-FFF2-40B4-BE49-F238E27FC236}">
                <a16:creationId xmlns:a16="http://schemas.microsoft.com/office/drawing/2014/main" id="{1045F2C9-A81B-4891-B2A6-CF27BACEBC3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91.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E82439A0-3123-4216-816E-8E5596F43C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3996BCD3-0E41-4EE3-B08B-19D203FA33A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11365203-2F5F-40C4-B4FD-9386411E66A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9FCC0CED-0388-4E7C-9E8F-8769FFC389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FBD10999-6D3C-4AC6-9F84-F8392D8912A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4199A65A-B1C0-4897-BD52-4808B41FEA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1EB0086E-7157-43C8-BD05-4B185E6B423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21F368B6-35F0-4EBC-9EB8-F770B43BE0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FA64ED92-032C-4EF0-B9D2-90C57AE8186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E1EECC01-B004-41D2-A9FF-977C359BADF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6D30A73-F413-4A6B-930D-5E0BD4A2D3A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FC510C5-D68E-424F-AB5B-26B2A758816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5838DFD3-EBAF-40A3-A8F0-D84DB66AF7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AA1F2BB6-6DFA-4C84-9EFB-6CE6EEB0DF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458D6849-AC7B-4CF9-8253-D5AA24F52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56150F0C-AE03-46D8-AC5E-7C760C09C69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FA203AFF-87CC-4F1D-A7E5-352DE1125E5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3479077A-5E1A-4DCA-AF78-616E86DB5B2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268CECE2-6563-4319-8E0E-88F27A4C6AB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A0C6AA3F-197B-40EA-990D-B9FD45A46F1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FBA74959-8BA3-468A-BADC-9243BB4E0F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92ED571E-479B-4E31-ACC3-D5A05D11C1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D7BB12CD-4E10-4314-BEC8-E824165B4C3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2989E5C3-7961-4ABF-8882-BD66FB3961C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E3B32FEA-A5DA-4B0C-AF66-A3803158DBE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03343FE4-60D3-43E8-8A2A-981F900D9F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C09CE652-5316-4DBF-BDB1-E517ADDC7B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C0CEC720-8071-4A26-B2F0-D6A63453105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6921C492-2454-464C-91C4-8F876273362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DDF5E57E-7E55-4186-9970-9D46CB0D15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D794EAF1-889E-41BE-8E46-45BEE6A8C9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6CAEDF31-8550-45AB-8B7F-58B2C23B4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59315AAA-993A-4AF5-94B2-A4893A8111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7B42FF26-60C2-4493-9A3F-5EC7ACF9FA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30FE7111-E328-4959-90A6-97E6A72C1C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AD970819-B8A7-481C-A893-5B91DC4981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3B08D3E-B938-4F2F-B27C-E6E3930E56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4EE95C86-BC09-4ABE-86B1-24576758257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21FE1EC9-5218-4AD2-97E5-75C5C274BFD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3418E25E-D0EB-4EC8-8FD5-D98ADD296AC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6841C69D-564C-4AA5-B2C6-B5684777610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A4D12817-2322-4A8D-A670-4D0B5A6325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72D1E1FD-5DCB-41EC-AE76-D28776AAF97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8D54CED1-47F6-46A0-9C5D-48587A2DD1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69DD19F6-CDD4-4683-8088-8E0A213D89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32EDB2F8-20CA-4ABA-B993-F998024B01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DA49709B-072D-4C8C-ADA2-BA3508C48D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B6795E2B-2005-4C5F-9A05-841EA5FBF3C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  <p:sp>
        <p:nvSpPr>
          <p:cNvPr id="154" name="TextBox 154">
            <a:extLst>
              <a:ext uri="{FF2B5EF4-FFF2-40B4-BE49-F238E27FC236}">
                <a16:creationId xmlns:a16="http://schemas.microsoft.com/office/drawing/2014/main" id="{291952C3-4FBB-4C89-8B44-6D32BB59D3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77</a:t>
            </a:r>
          </a:p>
        </p:txBody>
      </p:sp>
      <p:sp>
        <p:nvSpPr>
          <p:cNvPr id="155" name="TextBox 155">
            <a:extLst>
              <a:ext uri="{FF2B5EF4-FFF2-40B4-BE49-F238E27FC236}">
                <a16:creationId xmlns:a16="http://schemas.microsoft.com/office/drawing/2014/main" id="{2988CA28-0E3C-4FAC-9936-BD0083C454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77.</a:t>
            </a:r>
          </a:p>
        </p:txBody>
      </p:sp>
      <p:sp>
        <p:nvSpPr>
          <p:cNvPr id="156" name="TextBox 156">
            <a:extLst>
              <a:ext uri="{FF2B5EF4-FFF2-40B4-BE49-F238E27FC236}">
                <a16:creationId xmlns:a16="http://schemas.microsoft.com/office/drawing/2014/main" id="{505CCEB2-182C-4F8B-9F88-6369FEEF25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78</a:t>
            </a:r>
          </a:p>
        </p:txBody>
      </p:sp>
      <p:sp>
        <p:nvSpPr>
          <p:cNvPr id="157" name="TextBox 157">
            <a:extLst>
              <a:ext uri="{FF2B5EF4-FFF2-40B4-BE49-F238E27FC236}">
                <a16:creationId xmlns:a16="http://schemas.microsoft.com/office/drawing/2014/main" id="{9B67A986-07D6-4BF2-A095-669FEB4910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78.</a:t>
            </a:r>
          </a:p>
        </p:txBody>
      </p:sp>
      <p:sp>
        <p:nvSpPr>
          <p:cNvPr id="158" name="TextBox 158">
            <a:extLst>
              <a:ext uri="{FF2B5EF4-FFF2-40B4-BE49-F238E27FC236}">
                <a16:creationId xmlns:a16="http://schemas.microsoft.com/office/drawing/2014/main" id="{E692A411-9DA7-4C65-812A-1684A3D2696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79</a:t>
            </a:r>
          </a:p>
        </p:txBody>
      </p:sp>
      <p:sp>
        <p:nvSpPr>
          <p:cNvPr id="159" name="TextBox 159">
            <a:extLst>
              <a:ext uri="{FF2B5EF4-FFF2-40B4-BE49-F238E27FC236}">
                <a16:creationId xmlns:a16="http://schemas.microsoft.com/office/drawing/2014/main" id="{6FB319F7-8DF7-420A-BFCF-093204CF5A9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79.</a:t>
            </a:r>
          </a:p>
        </p:txBody>
      </p:sp>
      <p:sp>
        <p:nvSpPr>
          <p:cNvPr id="160" name="TextBox 160">
            <a:extLst>
              <a:ext uri="{FF2B5EF4-FFF2-40B4-BE49-F238E27FC236}">
                <a16:creationId xmlns:a16="http://schemas.microsoft.com/office/drawing/2014/main" id="{A698C3AE-777C-4EDF-AC94-1E96F80BFE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80</a:t>
            </a:r>
          </a:p>
        </p:txBody>
      </p:sp>
      <p:sp>
        <p:nvSpPr>
          <p:cNvPr id="161" name="TextBox 161">
            <a:extLst>
              <a:ext uri="{FF2B5EF4-FFF2-40B4-BE49-F238E27FC236}">
                <a16:creationId xmlns:a16="http://schemas.microsoft.com/office/drawing/2014/main" id="{B78CA419-47B0-4E4E-B8E0-CFFF95BE3F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80.</a:t>
            </a:r>
          </a:p>
        </p:txBody>
      </p:sp>
      <p:sp>
        <p:nvSpPr>
          <p:cNvPr id="162" name="TextBox 162">
            <a:extLst>
              <a:ext uri="{FF2B5EF4-FFF2-40B4-BE49-F238E27FC236}">
                <a16:creationId xmlns:a16="http://schemas.microsoft.com/office/drawing/2014/main" id="{0D46E08E-43E9-4B2F-874C-74BB5A8A66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81</a:t>
            </a:r>
          </a:p>
        </p:txBody>
      </p:sp>
      <p:sp>
        <p:nvSpPr>
          <p:cNvPr id="163" name="TextBox 163">
            <a:extLst>
              <a:ext uri="{FF2B5EF4-FFF2-40B4-BE49-F238E27FC236}">
                <a16:creationId xmlns:a16="http://schemas.microsoft.com/office/drawing/2014/main" id="{10E71588-6CE2-4EF3-A14A-685127CE98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81.</a:t>
            </a:r>
          </a:p>
        </p:txBody>
      </p:sp>
      <p:sp>
        <p:nvSpPr>
          <p:cNvPr id="164" name="TextBox 164">
            <a:extLst>
              <a:ext uri="{FF2B5EF4-FFF2-40B4-BE49-F238E27FC236}">
                <a16:creationId xmlns:a16="http://schemas.microsoft.com/office/drawing/2014/main" id="{17B41602-B466-4A7E-AAE4-5F44D4E6129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82</a:t>
            </a:r>
          </a:p>
        </p:txBody>
      </p:sp>
      <p:sp>
        <p:nvSpPr>
          <p:cNvPr id="165" name="TextBox 165">
            <a:extLst>
              <a:ext uri="{FF2B5EF4-FFF2-40B4-BE49-F238E27FC236}">
                <a16:creationId xmlns:a16="http://schemas.microsoft.com/office/drawing/2014/main" id="{85768EA0-1896-4AE8-822E-A4B5B098DB8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82.</a:t>
            </a:r>
          </a:p>
        </p:txBody>
      </p:sp>
      <p:sp>
        <p:nvSpPr>
          <p:cNvPr id="166" name="TextBox 166">
            <a:extLst>
              <a:ext uri="{FF2B5EF4-FFF2-40B4-BE49-F238E27FC236}">
                <a16:creationId xmlns:a16="http://schemas.microsoft.com/office/drawing/2014/main" id="{A3478704-2F14-4361-825F-DEC7F5AF3E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83</a:t>
            </a:r>
          </a:p>
        </p:txBody>
      </p:sp>
      <p:sp>
        <p:nvSpPr>
          <p:cNvPr id="167" name="TextBox 167">
            <a:extLst>
              <a:ext uri="{FF2B5EF4-FFF2-40B4-BE49-F238E27FC236}">
                <a16:creationId xmlns:a16="http://schemas.microsoft.com/office/drawing/2014/main" id="{0CB60C27-D5F9-4625-88F8-A54D7891E76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83.</a:t>
            </a:r>
          </a:p>
        </p:txBody>
      </p:sp>
      <p:sp>
        <p:nvSpPr>
          <p:cNvPr id="168" name="TextBox 168">
            <a:extLst>
              <a:ext uri="{FF2B5EF4-FFF2-40B4-BE49-F238E27FC236}">
                <a16:creationId xmlns:a16="http://schemas.microsoft.com/office/drawing/2014/main" id="{48D8095F-17C8-4D4E-A6D6-3C323B970A7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84</a:t>
            </a:r>
          </a:p>
        </p:txBody>
      </p:sp>
      <p:sp>
        <p:nvSpPr>
          <p:cNvPr id="169" name="TextBox 169">
            <a:extLst>
              <a:ext uri="{FF2B5EF4-FFF2-40B4-BE49-F238E27FC236}">
                <a16:creationId xmlns:a16="http://schemas.microsoft.com/office/drawing/2014/main" id="{61F4B1E6-C1DA-4B0F-BBB9-FB96C05B7D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84.</a:t>
            </a:r>
          </a:p>
        </p:txBody>
      </p:sp>
      <p:sp>
        <p:nvSpPr>
          <p:cNvPr id="170" name="TextBox 170">
            <a:extLst>
              <a:ext uri="{FF2B5EF4-FFF2-40B4-BE49-F238E27FC236}">
                <a16:creationId xmlns:a16="http://schemas.microsoft.com/office/drawing/2014/main" id="{AB3AB826-B610-43C9-9D20-B2968C10332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85</a:t>
            </a:r>
          </a:p>
        </p:txBody>
      </p:sp>
      <p:sp>
        <p:nvSpPr>
          <p:cNvPr id="171" name="TextBox 171">
            <a:extLst>
              <a:ext uri="{FF2B5EF4-FFF2-40B4-BE49-F238E27FC236}">
                <a16:creationId xmlns:a16="http://schemas.microsoft.com/office/drawing/2014/main" id="{9A39EEAA-416A-442D-9078-BB213512AD6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85.</a:t>
            </a:r>
          </a:p>
        </p:txBody>
      </p:sp>
      <p:sp>
        <p:nvSpPr>
          <p:cNvPr id="172" name="TextBox 172">
            <a:extLst>
              <a:ext uri="{FF2B5EF4-FFF2-40B4-BE49-F238E27FC236}">
                <a16:creationId xmlns:a16="http://schemas.microsoft.com/office/drawing/2014/main" id="{2D1B74E2-807F-4C23-8392-A7A17B4D56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86</a:t>
            </a:r>
          </a:p>
        </p:txBody>
      </p:sp>
      <p:sp>
        <p:nvSpPr>
          <p:cNvPr id="173" name="TextBox 173">
            <a:extLst>
              <a:ext uri="{FF2B5EF4-FFF2-40B4-BE49-F238E27FC236}">
                <a16:creationId xmlns:a16="http://schemas.microsoft.com/office/drawing/2014/main" id="{0BB512E6-12E6-42D9-9E81-CB87932FBF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86.</a:t>
            </a:r>
          </a:p>
        </p:txBody>
      </p:sp>
      <p:sp>
        <p:nvSpPr>
          <p:cNvPr id="174" name="TextBox 174">
            <a:extLst>
              <a:ext uri="{FF2B5EF4-FFF2-40B4-BE49-F238E27FC236}">
                <a16:creationId xmlns:a16="http://schemas.microsoft.com/office/drawing/2014/main" id="{8FB0D7B2-9FB7-4FA8-94C1-8F4E8EDE0F8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87</a:t>
            </a:r>
          </a:p>
        </p:txBody>
      </p:sp>
      <p:sp>
        <p:nvSpPr>
          <p:cNvPr id="175" name="TextBox 175">
            <a:extLst>
              <a:ext uri="{FF2B5EF4-FFF2-40B4-BE49-F238E27FC236}">
                <a16:creationId xmlns:a16="http://schemas.microsoft.com/office/drawing/2014/main" id="{FD9C0F19-4AFC-4258-9816-6E9C9E46D9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87.</a:t>
            </a:r>
          </a:p>
        </p:txBody>
      </p:sp>
      <p:sp>
        <p:nvSpPr>
          <p:cNvPr id="176" name="TextBox 176">
            <a:extLst>
              <a:ext uri="{FF2B5EF4-FFF2-40B4-BE49-F238E27FC236}">
                <a16:creationId xmlns:a16="http://schemas.microsoft.com/office/drawing/2014/main" id="{C5882164-6CE2-4133-9F14-9F35064C5FE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88</a:t>
            </a:r>
          </a:p>
        </p:txBody>
      </p:sp>
      <p:sp>
        <p:nvSpPr>
          <p:cNvPr id="177" name="TextBox 177">
            <a:extLst>
              <a:ext uri="{FF2B5EF4-FFF2-40B4-BE49-F238E27FC236}">
                <a16:creationId xmlns:a16="http://schemas.microsoft.com/office/drawing/2014/main" id="{8192B62B-C355-4526-8ADE-C3AC8BF3B79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88.</a:t>
            </a:r>
          </a:p>
        </p:txBody>
      </p:sp>
      <p:sp>
        <p:nvSpPr>
          <p:cNvPr id="178" name="TextBox 178">
            <a:extLst>
              <a:ext uri="{FF2B5EF4-FFF2-40B4-BE49-F238E27FC236}">
                <a16:creationId xmlns:a16="http://schemas.microsoft.com/office/drawing/2014/main" id="{0442B6C9-C50A-49B0-A12A-ABB299EEE9F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89</a:t>
            </a:r>
          </a:p>
        </p:txBody>
      </p:sp>
      <p:sp>
        <p:nvSpPr>
          <p:cNvPr id="179" name="TextBox 179">
            <a:extLst>
              <a:ext uri="{FF2B5EF4-FFF2-40B4-BE49-F238E27FC236}">
                <a16:creationId xmlns:a16="http://schemas.microsoft.com/office/drawing/2014/main" id="{D6F23C5A-FB97-44F0-BAC6-FD45070C860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89.</a:t>
            </a:r>
          </a:p>
        </p:txBody>
      </p:sp>
      <p:sp>
        <p:nvSpPr>
          <p:cNvPr id="180" name="TextBox 180">
            <a:extLst>
              <a:ext uri="{FF2B5EF4-FFF2-40B4-BE49-F238E27FC236}">
                <a16:creationId xmlns:a16="http://schemas.microsoft.com/office/drawing/2014/main" id="{0E87D6D6-8756-4DA9-9CF8-5D3E184792F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90</a:t>
            </a:r>
          </a:p>
        </p:txBody>
      </p:sp>
      <p:sp>
        <p:nvSpPr>
          <p:cNvPr id="181" name="TextBox 181">
            <a:extLst>
              <a:ext uri="{FF2B5EF4-FFF2-40B4-BE49-F238E27FC236}">
                <a16:creationId xmlns:a16="http://schemas.microsoft.com/office/drawing/2014/main" id="{3873A3E9-3D63-4BAE-9C30-6B39341FD39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90.</a:t>
            </a:r>
          </a:p>
        </p:txBody>
      </p:sp>
      <p:sp>
        <p:nvSpPr>
          <p:cNvPr id="182" name="TextBox 182">
            <a:extLst>
              <a:ext uri="{FF2B5EF4-FFF2-40B4-BE49-F238E27FC236}">
                <a16:creationId xmlns:a16="http://schemas.microsoft.com/office/drawing/2014/main" id="{FDE925BF-7F11-4135-A431-5DC991C5C2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91</a:t>
            </a:r>
          </a:p>
        </p:txBody>
      </p:sp>
      <p:sp>
        <p:nvSpPr>
          <p:cNvPr id="183" name="TextBox 183">
            <a:extLst>
              <a:ext uri="{FF2B5EF4-FFF2-40B4-BE49-F238E27FC236}">
                <a16:creationId xmlns:a16="http://schemas.microsoft.com/office/drawing/2014/main" id="{1045F2C9-A81B-4891-B2A6-CF27BACEBC3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91.</a:t>
            </a:r>
          </a:p>
        </p:txBody>
      </p:sp>
      <p:sp>
        <p:nvSpPr>
          <p:cNvPr id="184" name="TextBox 184">
            <a:extLst>
              <a:ext uri="{FF2B5EF4-FFF2-40B4-BE49-F238E27FC236}">
                <a16:creationId xmlns:a16="http://schemas.microsoft.com/office/drawing/2014/main" id="{F32AA054-9090-4B8A-9CD1-9FBC8D6A77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92</a:t>
            </a:r>
          </a:p>
        </p:txBody>
      </p:sp>
      <p:sp>
        <p:nvSpPr>
          <p:cNvPr id="185" name="TextBox 185">
            <a:extLst>
              <a:ext uri="{FF2B5EF4-FFF2-40B4-BE49-F238E27FC236}">
                <a16:creationId xmlns:a16="http://schemas.microsoft.com/office/drawing/2014/main" id="{CEFD7C4D-5D4A-4E6E-B666-11CC475E228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92.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E82439A0-3123-4216-816E-8E5596F43C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3996BCD3-0E41-4EE3-B08B-19D203FA33A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11365203-2F5F-40C4-B4FD-9386411E66A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9FCC0CED-0388-4E7C-9E8F-8769FFC389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FBD10999-6D3C-4AC6-9F84-F8392D8912A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4199A65A-B1C0-4897-BD52-4808B41FEA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1EB0086E-7157-43C8-BD05-4B185E6B423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21F368B6-35F0-4EBC-9EB8-F770B43BE0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FA64ED92-032C-4EF0-B9D2-90C57AE8186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E1EECC01-B004-41D2-A9FF-977C359BADF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6D30A73-F413-4A6B-930D-5E0BD4A2D3A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FC510C5-D68E-424F-AB5B-26B2A758816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5838DFD3-EBAF-40A3-A8F0-D84DB66AF7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AA1F2BB6-6DFA-4C84-9EFB-6CE6EEB0DF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458D6849-AC7B-4CF9-8253-D5AA24F52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56150F0C-AE03-46D8-AC5E-7C760C09C69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FA203AFF-87CC-4F1D-A7E5-352DE1125E5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3479077A-5E1A-4DCA-AF78-616E86DB5B2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268CECE2-6563-4319-8E0E-88F27A4C6AB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A0C6AA3F-197B-40EA-990D-B9FD45A46F1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FBA74959-8BA3-468A-BADC-9243BB4E0F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92ED571E-479B-4E31-ACC3-D5A05D11C1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D7BB12CD-4E10-4314-BEC8-E824165B4C3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2989E5C3-7961-4ABF-8882-BD66FB3961C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E3B32FEA-A5DA-4B0C-AF66-A3803158DBE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03343FE4-60D3-43E8-8A2A-981F900D9F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C09CE652-5316-4DBF-BDB1-E517ADDC7B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C0CEC720-8071-4A26-B2F0-D6A63453105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6921C492-2454-464C-91C4-8F876273362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DDF5E57E-7E55-4186-9970-9D46CB0D15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D794EAF1-889E-41BE-8E46-45BEE6A8C9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6CAEDF31-8550-45AB-8B7F-58B2C23B4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59315AAA-993A-4AF5-94B2-A4893A8111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7B42FF26-60C2-4493-9A3F-5EC7ACF9FA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30FE7111-E328-4959-90A6-97E6A72C1C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AD970819-B8A7-481C-A893-5B91DC4981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3B08D3E-B938-4F2F-B27C-E6E3930E56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4EE95C86-BC09-4ABE-86B1-24576758257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21FE1EC9-5218-4AD2-97E5-75C5C274BFD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3418E25E-D0EB-4EC8-8FD5-D98ADD296AC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6841C69D-564C-4AA5-B2C6-B5684777610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A4D12817-2322-4A8D-A670-4D0B5A6325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72D1E1FD-5DCB-41EC-AE76-D28776AAF97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8D54CED1-47F6-46A0-9C5D-48587A2DD1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69DD19F6-CDD4-4683-8088-8E0A213D89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32EDB2F8-20CA-4ABA-B993-F998024B01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DA49709B-072D-4C8C-ADA2-BA3508C48D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B6795E2B-2005-4C5F-9A05-841EA5FBF3C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  <p:sp>
        <p:nvSpPr>
          <p:cNvPr id="154" name="TextBox 154">
            <a:extLst>
              <a:ext uri="{FF2B5EF4-FFF2-40B4-BE49-F238E27FC236}">
                <a16:creationId xmlns:a16="http://schemas.microsoft.com/office/drawing/2014/main" id="{291952C3-4FBB-4C89-8B44-6D32BB59D3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77</a:t>
            </a:r>
          </a:p>
        </p:txBody>
      </p:sp>
      <p:sp>
        <p:nvSpPr>
          <p:cNvPr id="155" name="TextBox 155">
            <a:extLst>
              <a:ext uri="{FF2B5EF4-FFF2-40B4-BE49-F238E27FC236}">
                <a16:creationId xmlns:a16="http://schemas.microsoft.com/office/drawing/2014/main" id="{2988CA28-0E3C-4FAC-9936-BD0083C454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77.</a:t>
            </a:r>
          </a:p>
        </p:txBody>
      </p:sp>
      <p:sp>
        <p:nvSpPr>
          <p:cNvPr id="156" name="TextBox 156">
            <a:extLst>
              <a:ext uri="{FF2B5EF4-FFF2-40B4-BE49-F238E27FC236}">
                <a16:creationId xmlns:a16="http://schemas.microsoft.com/office/drawing/2014/main" id="{505CCEB2-182C-4F8B-9F88-6369FEEF25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78</a:t>
            </a:r>
          </a:p>
        </p:txBody>
      </p:sp>
      <p:sp>
        <p:nvSpPr>
          <p:cNvPr id="157" name="TextBox 157">
            <a:extLst>
              <a:ext uri="{FF2B5EF4-FFF2-40B4-BE49-F238E27FC236}">
                <a16:creationId xmlns:a16="http://schemas.microsoft.com/office/drawing/2014/main" id="{9B67A986-07D6-4BF2-A095-669FEB4910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78.</a:t>
            </a:r>
          </a:p>
        </p:txBody>
      </p:sp>
      <p:sp>
        <p:nvSpPr>
          <p:cNvPr id="158" name="TextBox 158">
            <a:extLst>
              <a:ext uri="{FF2B5EF4-FFF2-40B4-BE49-F238E27FC236}">
                <a16:creationId xmlns:a16="http://schemas.microsoft.com/office/drawing/2014/main" id="{E692A411-9DA7-4C65-812A-1684A3D2696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79</a:t>
            </a:r>
          </a:p>
        </p:txBody>
      </p:sp>
      <p:sp>
        <p:nvSpPr>
          <p:cNvPr id="159" name="TextBox 159">
            <a:extLst>
              <a:ext uri="{FF2B5EF4-FFF2-40B4-BE49-F238E27FC236}">
                <a16:creationId xmlns:a16="http://schemas.microsoft.com/office/drawing/2014/main" id="{6FB319F7-8DF7-420A-BFCF-093204CF5A9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79.</a:t>
            </a:r>
          </a:p>
        </p:txBody>
      </p:sp>
      <p:sp>
        <p:nvSpPr>
          <p:cNvPr id="160" name="TextBox 160">
            <a:extLst>
              <a:ext uri="{FF2B5EF4-FFF2-40B4-BE49-F238E27FC236}">
                <a16:creationId xmlns:a16="http://schemas.microsoft.com/office/drawing/2014/main" id="{A698C3AE-777C-4EDF-AC94-1E96F80BFE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80</a:t>
            </a:r>
          </a:p>
        </p:txBody>
      </p:sp>
      <p:sp>
        <p:nvSpPr>
          <p:cNvPr id="161" name="TextBox 161">
            <a:extLst>
              <a:ext uri="{FF2B5EF4-FFF2-40B4-BE49-F238E27FC236}">
                <a16:creationId xmlns:a16="http://schemas.microsoft.com/office/drawing/2014/main" id="{B78CA419-47B0-4E4E-B8E0-CFFF95BE3F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80.</a:t>
            </a:r>
          </a:p>
        </p:txBody>
      </p:sp>
      <p:sp>
        <p:nvSpPr>
          <p:cNvPr id="162" name="TextBox 162">
            <a:extLst>
              <a:ext uri="{FF2B5EF4-FFF2-40B4-BE49-F238E27FC236}">
                <a16:creationId xmlns:a16="http://schemas.microsoft.com/office/drawing/2014/main" id="{0D46E08E-43E9-4B2F-874C-74BB5A8A66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81</a:t>
            </a:r>
          </a:p>
        </p:txBody>
      </p:sp>
      <p:sp>
        <p:nvSpPr>
          <p:cNvPr id="163" name="TextBox 163">
            <a:extLst>
              <a:ext uri="{FF2B5EF4-FFF2-40B4-BE49-F238E27FC236}">
                <a16:creationId xmlns:a16="http://schemas.microsoft.com/office/drawing/2014/main" id="{10E71588-6CE2-4EF3-A14A-685127CE98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81.</a:t>
            </a:r>
          </a:p>
        </p:txBody>
      </p:sp>
      <p:sp>
        <p:nvSpPr>
          <p:cNvPr id="164" name="TextBox 164">
            <a:extLst>
              <a:ext uri="{FF2B5EF4-FFF2-40B4-BE49-F238E27FC236}">
                <a16:creationId xmlns:a16="http://schemas.microsoft.com/office/drawing/2014/main" id="{17B41602-B466-4A7E-AAE4-5F44D4E6129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82</a:t>
            </a:r>
          </a:p>
        </p:txBody>
      </p:sp>
      <p:sp>
        <p:nvSpPr>
          <p:cNvPr id="165" name="TextBox 165">
            <a:extLst>
              <a:ext uri="{FF2B5EF4-FFF2-40B4-BE49-F238E27FC236}">
                <a16:creationId xmlns:a16="http://schemas.microsoft.com/office/drawing/2014/main" id="{85768EA0-1896-4AE8-822E-A4B5B098DB8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82.</a:t>
            </a:r>
          </a:p>
        </p:txBody>
      </p:sp>
      <p:sp>
        <p:nvSpPr>
          <p:cNvPr id="166" name="TextBox 166">
            <a:extLst>
              <a:ext uri="{FF2B5EF4-FFF2-40B4-BE49-F238E27FC236}">
                <a16:creationId xmlns:a16="http://schemas.microsoft.com/office/drawing/2014/main" id="{A3478704-2F14-4361-825F-DEC7F5AF3E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83</a:t>
            </a:r>
          </a:p>
        </p:txBody>
      </p:sp>
      <p:sp>
        <p:nvSpPr>
          <p:cNvPr id="167" name="TextBox 167">
            <a:extLst>
              <a:ext uri="{FF2B5EF4-FFF2-40B4-BE49-F238E27FC236}">
                <a16:creationId xmlns:a16="http://schemas.microsoft.com/office/drawing/2014/main" id="{0CB60C27-D5F9-4625-88F8-A54D7891E76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83.</a:t>
            </a:r>
          </a:p>
        </p:txBody>
      </p:sp>
      <p:sp>
        <p:nvSpPr>
          <p:cNvPr id="168" name="TextBox 168">
            <a:extLst>
              <a:ext uri="{FF2B5EF4-FFF2-40B4-BE49-F238E27FC236}">
                <a16:creationId xmlns:a16="http://schemas.microsoft.com/office/drawing/2014/main" id="{48D8095F-17C8-4D4E-A6D6-3C323B970A7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84</a:t>
            </a:r>
          </a:p>
        </p:txBody>
      </p:sp>
      <p:sp>
        <p:nvSpPr>
          <p:cNvPr id="169" name="TextBox 169">
            <a:extLst>
              <a:ext uri="{FF2B5EF4-FFF2-40B4-BE49-F238E27FC236}">
                <a16:creationId xmlns:a16="http://schemas.microsoft.com/office/drawing/2014/main" id="{61F4B1E6-C1DA-4B0F-BBB9-FB96C05B7D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84.</a:t>
            </a:r>
          </a:p>
        </p:txBody>
      </p:sp>
      <p:sp>
        <p:nvSpPr>
          <p:cNvPr id="170" name="TextBox 170">
            <a:extLst>
              <a:ext uri="{FF2B5EF4-FFF2-40B4-BE49-F238E27FC236}">
                <a16:creationId xmlns:a16="http://schemas.microsoft.com/office/drawing/2014/main" id="{AB3AB826-B610-43C9-9D20-B2968C10332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85</a:t>
            </a:r>
          </a:p>
        </p:txBody>
      </p:sp>
      <p:sp>
        <p:nvSpPr>
          <p:cNvPr id="171" name="TextBox 171">
            <a:extLst>
              <a:ext uri="{FF2B5EF4-FFF2-40B4-BE49-F238E27FC236}">
                <a16:creationId xmlns:a16="http://schemas.microsoft.com/office/drawing/2014/main" id="{9A39EEAA-416A-442D-9078-BB213512AD6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85.</a:t>
            </a:r>
          </a:p>
        </p:txBody>
      </p:sp>
      <p:sp>
        <p:nvSpPr>
          <p:cNvPr id="172" name="TextBox 172">
            <a:extLst>
              <a:ext uri="{FF2B5EF4-FFF2-40B4-BE49-F238E27FC236}">
                <a16:creationId xmlns:a16="http://schemas.microsoft.com/office/drawing/2014/main" id="{2D1B74E2-807F-4C23-8392-A7A17B4D56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86</a:t>
            </a:r>
          </a:p>
        </p:txBody>
      </p:sp>
      <p:sp>
        <p:nvSpPr>
          <p:cNvPr id="173" name="TextBox 173">
            <a:extLst>
              <a:ext uri="{FF2B5EF4-FFF2-40B4-BE49-F238E27FC236}">
                <a16:creationId xmlns:a16="http://schemas.microsoft.com/office/drawing/2014/main" id="{0BB512E6-12E6-42D9-9E81-CB87932FBF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86.</a:t>
            </a:r>
          </a:p>
        </p:txBody>
      </p:sp>
      <p:sp>
        <p:nvSpPr>
          <p:cNvPr id="174" name="TextBox 174">
            <a:extLst>
              <a:ext uri="{FF2B5EF4-FFF2-40B4-BE49-F238E27FC236}">
                <a16:creationId xmlns:a16="http://schemas.microsoft.com/office/drawing/2014/main" id="{8FB0D7B2-9FB7-4FA8-94C1-8F4E8EDE0F8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87</a:t>
            </a:r>
          </a:p>
        </p:txBody>
      </p:sp>
      <p:sp>
        <p:nvSpPr>
          <p:cNvPr id="175" name="TextBox 175">
            <a:extLst>
              <a:ext uri="{FF2B5EF4-FFF2-40B4-BE49-F238E27FC236}">
                <a16:creationId xmlns:a16="http://schemas.microsoft.com/office/drawing/2014/main" id="{FD9C0F19-4AFC-4258-9816-6E9C9E46D9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87.</a:t>
            </a:r>
          </a:p>
        </p:txBody>
      </p:sp>
      <p:sp>
        <p:nvSpPr>
          <p:cNvPr id="176" name="TextBox 176">
            <a:extLst>
              <a:ext uri="{FF2B5EF4-FFF2-40B4-BE49-F238E27FC236}">
                <a16:creationId xmlns:a16="http://schemas.microsoft.com/office/drawing/2014/main" id="{C5882164-6CE2-4133-9F14-9F35064C5FE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88</a:t>
            </a:r>
          </a:p>
        </p:txBody>
      </p:sp>
      <p:sp>
        <p:nvSpPr>
          <p:cNvPr id="177" name="TextBox 177">
            <a:extLst>
              <a:ext uri="{FF2B5EF4-FFF2-40B4-BE49-F238E27FC236}">
                <a16:creationId xmlns:a16="http://schemas.microsoft.com/office/drawing/2014/main" id="{8192B62B-C355-4526-8ADE-C3AC8BF3B79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88.</a:t>
            </a:r>
          </a:p>
        </p:txBody>
      </p:sp>
      <p:sp>
        <p:nvSpPr>
          <p:cNvPr id="178" name="TextBox 178">
            <a:extLst>
              <a:ext uri="{FF2B5EF4-FFF2-40B4-BE49-F238E27FC236}">
                <a16:creationId xmlns:a16="http://schemas.microsoft.com/office/drawing/2014/main" id="{0442B6C9-C50A-49B0-A12A-ABB299EEE9F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89</a:t>
            </a:r>
          </a:p>
        </p:txBody>
      </p:sp>
      <p:sp>
        <p:nvSpPr>
          <p:cNvPr id="179" name="TextBox 179">
            <a:extLst>
              <a:ext uri="{FF2B5EF4-FFF2-40B4-BE49-F238E27FC236}">
                <a16:creationId xmlns:a16="http://schemas.microsoft.com/office/drawing/2014/main" id="{D6F23C5A-FB97-44F0-BAC6-FD45070C860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89.</a:t>
            </a:r>
          </a:p>
        </p:txBody>
      </p:sp>
      <p:sp>
        <p:nvSpPr>
          <p:cNvPr id="180" name="TextBox 180">
            <a:extLst>
              <a:ext uri="{FF2B5EF4-FFF2-40B4-BE49-F238E27FC236}">
                <a16:creationId xmlns:a16="http://schemas.microsoft.com/office/drawing/2014/main" id="{0E87D6D6-8756-4DA9-9CF8-5D3E184792F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90</a:t>
            </a:r>
          </a:p>
        </p:txBody>
      </p:sp>
      <p:sp>
        <p:nvSpPr>
          <p:cNvPr id="181" name="TextBox 181">
            <a:extLst>
              <a:ext uri="{FF2B5EF4-FFF2-40B4-BE49-F238E27FC236}">
                <a16:creationId xmlns:a16="http://schemas.microsoft.com/office/drawing/2014/main" id="{3873A3E9-3D63-4BAE-9C30-6B39341FD39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90.</a:t>
            </a:r>
          </a:p>
        </p:txBody>
      </p:sp>
      <p:sp>
        <p:nvSpPr>
          <p:cNvPr id="182" name="TextBox 182">
            <a:extLst>
              <a:ext uri="{FF2B5EF4-FFF2-40B4-BE49-F238E27FC236}">
                <a16:creationId xmlns:a16="http://schemas.microsoft.com/office/drawing/2014/main" id="{FDE925BF-7F11-4135-A431-5DC991C5C2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91</a:t>
            </a:r>
          </a:p>
        </p:txBody>
      </p:sp>
      <p:sp>
        <p:nvSpPr>
          <p:cNvPr id="183" name="TextBox 183">
            <a:extLst>
              <a:ext uri="{FF2B5EF4-FFF2-40B4-BE49-F238E27FC236}">
                <a16:creationId xmlns:a16="http://schemas.microsoft.com/office/drawing/2014/main" id="{1045F2C9-A81B-4891-B2A6-CF27BACEBC3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91.</a:t>
            </a:r>
          </a:p>
        </p:txBody>
      </p:sp>
      <p:sp>
        <p:nvSpPr>
          <p:cNvPr id="184" name="TextBox 184">
            <a:extLst>
              <a:ext uri="{FF2B5EF4-FFF2-40B4-BE49-F238E27FC236}">
                <a16:creationId xmlns:a16="http://schemas.microsoft.com/office/drawing/2014/main" id="{F32AA054-9090-4B8A-9CD1-9FBC8D6A77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92</a:t>
            </a:r>
          </a:p>
        </p:txBody>
      </p:sp>
      <p:sp>
        <p:nvSpPr>
          <p:cNvPr id="185" name="TextBox 185">
            <a:extLst>
              <a:ext uri="{FF2B5EF4-FFF2-40B4-BE49-F238E27FC236}">
                <a16:creationId xmlns:a16="http://schemas.microsoft.com/office/drawing/2014/main" id="{CEFD7C4D-5D4A-4E6E-B666-11CC475E228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92.</a:t>
            </a:r>
          </a:p>
        </p:txBody>
      </p:sp>
      <p:sp>
        <p:nvSpPr>
          <p:cNvPr id="186" name="TextBox 186">
            <a:extLst>
              <a:ext uri="{FF2B5EF4-FFF2-40B4-BE49-F238E27FC236}">
                <a16:creationId xmlns:a16="http://schemas.microsoft.com/office/drawing/2014/main" id="{5568A294-E7AF-45C2-A785-4488513A45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93</a:t>
            </a:r>
          </a:p>
        </p:txBody>
      </p:sp>
      <p:sp>
        <p:nvSpPr>
          <p:cNvPr id="187" name="TextBox 187">
            <a:extLst>
              <a:ext uri="{FF2B5EF4-FFF2-40B4-BE49-F238E27FC236}">
                <a16:creationId xmlns:a16="http://schemas.microsoft.com/office/drawing/2014/main" id="{64DA20C1-9B31-46D8-825F-696C54DC39D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93.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E82439A0-3123-4216-816E-8E5596F43C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3996BCD3-0E41-4EE3-B08B-19D203FA33A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11365203-2F5F-40C4-B4FD-9386411E66A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9FCC0CED-0388-4E7C-9E8F-8769FFC389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FBD10999-6D3C-4AC6-9F84-F8392D8912A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4199A65A-B1C0-4897-BD52-4808B41FEA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1EB0086E-7157-43C8-BD05-4B185E6B423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21F368B6-35F0-4EBC-9EB8-F770B43BE0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FA64ED92-032C-4EF0-B9D2-90C57AE8186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E1EECC01-B004-41D2-A9FF-977C359BADF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6D30A73-F413-4A6B-930D-5E0BD4A2D3A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FC510C5-D68E-424F-AB5B-26B2A758816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5838DFD3-EBAF-40A3-A8F0-D84DB66AF7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AA1F2BB6-6DFA-4C84-9EFB-6CE6EEB0DF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458D6849-AC7B-4CF9-8253-D5AA24F52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56150F0C-AE03-46D8-AC5E-7C760C09C69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FA203AFF-87CC-4F1D-A7E5-352DE1125E5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3479077A-5E1A-4DCA-AF78-616E86DB5B2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268CECE2-6563-4319-8E0E-88F27A4C6AB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A0C6AA3F-197B-40EA-990D-B9FD45A46F1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FBA74959-8BA3-468A-BADC-9243BB4E0F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92ED571E-479B-4E31-ACC3-D5A05D11C1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D7BB12CD-4E10-4314-BEC8-E824165B4C3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2989E5C3-7961-4ABF-8882-BD66FB3961C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E3B32FEA-A5DA-4B0C-AF66-A3803158DBE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03343FE4-60D3-43E8-8A2A-981F900D9F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C09CE652-5316-4DBF-BDB1-E517ADDC7B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C0CEC720-8071-4A26-B2F0-D6A63453105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6921C492-2454-464C-91C4-8F876273362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DDF5E57E-7E55-4186-9970-9D46CB0D15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D794EAF1-889E-41BE-8E46-45BEE6A8C9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6CAEDF31-8550-45AB-8B7F-58B2C23B4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59315AAA-993A-4AF5-94B2-A4893A8111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7B42FF26-60C2-4493-9A3F-5EC7ACF9FA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30FE7111-E328-4959-90A6-97E6A72C1C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AD970819-B8A7-481C-A893-5B91DC4981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3B08D3E-B938-4F2F-B27C-E6E3930E56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4EE95C86-BC09-4ABE-86B1-24576758257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21FE1EC9-5218-4AD2-97E5-75C5C274BFD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3418E25E-D0EB-4EC8-8FD5-D98ADD296AC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6841C69D-564C-4AA5-B2C6-B5684777610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A4D12817-2322-4A8D-A670-4D0B5A6325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72D1E1FD-5DCB-41EC-AE76-D28776AAF97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8D54CED1-47F6-46A0-9C5D-48587A2DD1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69DD19F6-CDD4-4683-8088-8E0A213D89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32EDB2F8-20CA-4ABA-B993-F998024B01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DA49709B-072D-4C8C-ADA2-BA3508C48D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B6795E2B-2005-4C5F-9A05-841EA5FBF3C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  <p:sp>
        <p:nvSpPr>
          <p:cNvPr id="154" name="TextBox 154">
            <a:extLst>
              <a:ext uri="{FF2B5EF4-FFF2-40B4-BE49-F238E27FC236}">
                <a16:creationId xmlns:a16="http://schemas.microsoft.com/office/drawing/2014/main" id="{291952C3-4FBB-4C89-8B44-6D32BB59D3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77</a:t>
            </a:r>
          </a:p>
        </p:txBody>
      </p:sp>
      <p:sp>
        <p:nvSpPr>
          <p:cNvPr id="155" name="TextBox 155">
            <a:extLst>
              <a:ext uri="{FF2B5EF4-FFF2-40B4-BE49-F238E27FC236}">
                <a16:creationId xmlns:a16="http://schemas.microsoft.com/office/drawing/2014/main" id="{2988CA28-0E3C-4FAC-9936-BD0083C454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77.</a:t>
            </a:r>
          </a:p>
        </p:txBody>
      </p:sp>
      <p:sp>
        <p:nvSpPr>
          <p:cNvPr id="156" name="TextBox 156">
            <a:extLst>
              <a:ext uri="{FF2B5EF4-FFF2-40B4-BE49-F238E27FC236}">
                <a16:creationId xmlns:a16="http://schemas.microsoft.com/office/drawing/2014/main" id="{505CCEB2-182C-4F8B-9F88-6369FEEF25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78</a:t>
            </a:r>
          </a:p>
        </p:txBody>
      </p:sp>
      <p:sp>
        <p:nvSpPr>
          <p:cNvPr id="157" name="TextBox 157">
            <a:extLst>
              <a:ext uri="{FF2B5EF4-FFF2-40B4-BE49-F238E27FC236}">
                <a16:creationId xmlns:a16="http://schemas.microsoft.com/office/drawing/2014/main" id="{9B67A986-07D6-4BF2-A095-669FEB4910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78.</a:t>
            </a:r>
          </a:p>
        </p:txBody>
      </p:sp>
      <p:sp>
        <p:nvSpPr>
          <p:cNvPr id="158" name="TextBox 158">
            <a:extLst>
              <a:ext uri="{FF2B5EF4-FFF2-40B4-BE49-F238E27FC236}">
                <a16:creationId xmlns:a16="http://schemas.microsoft.com/office/drawing/2014/main" id="{E692A411-9DA7-4C65-812A-1684A3D2696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79</a:t>
            </a:r>
          </a:p>
        </p:txBody>
      </p:sp>
      <p:sp>
        <p:nvSpPr>
          <p:cNvPr id="159" name="TextBox 159">
            <a:extLst>
              <a:ext uri="{FF2B5EF4-FFF2-40B4-BE49-F238E27FC236}">
                <a16:creationId xmlns:a16="http://schemas.microsoft.com/office/drawing/2014/main" id="{6FB319F7-8DF7-420A-BFCF-093204CF5A9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79.</a:t>
            </a:r>
          </a:p>
        </p:txBody>
      </p:sp>
      <p:sp>
        <p:nvSpPr>
          <p:cNvPr id="160" name="TextBox 160">
            <a:extLst>
              <a:ext uri="{FF2B5EF4-FFF2-40B4-BE49-F238E27FC236}">
                <a16:creationId xmlns:a16="http://schemas.microsoft.com/office/drawing/2014/main" id="{A698C3AE-777C-4EDF-AC94-1E96F80BFE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80</a:t>
            </a:r>
          </a:p>
        </p:txBody>
      </p:sp>
      <p:sp>
        <p:nvSpPr>
          <p:cNvPr id="161" name="TextBox 161">
            <a:extLst>
              <a:ext uri="{FF2B5EF4-FFF2-40B4-BE49-F238E27FC236}">
                <a16:creationId xmlns:a16="http://schemas.microsoft.com/office/drawing/2014/main" id="{B78CA419-47B0-4E4E-B8E0-CFFF95BE3F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80.</a:t>
            </a:r>
          </a:p>
        </p:txBody>
      </p:sp>
      <p:sp>
        <p:nvSpPr>
          <p:cNvPr id="162" name="TextBox 162">
            <a:extLst>
              <a:ext uri="{FF2B5EF4-FFF2-40B4-BE49-F238E27FC236}">
                <a16:creationId xmlns:a16="http://schemas.microsoft.com/office/drawing/2014/main" id="{0D46E08E-43E9-4B2F-874C-74BB5A8A66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81</a:t>
            </a:r>
          </a:p>
        </p:txBody>
      </p:sp>
      <p:sp>
        <p:nvSpPr>
          <p:cNvPr id="163" name="TextBox 163">
            <a:extLst>
              <a:ext uri="{FF2B5EF4-FFF2-40B4-BE49-F238E27FC236}">
                <a16:creationId xmlns:a16="http://schemas.microsoft.com/office/drawing/2014/main" id="{10E71588-6CE2-4EF3-A14A-685127CE98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81.</a:t>
            </a:r>
          </a:p>
        </p:txBody>
      </p:sp>
      <p:sp>
        <p:nvSpPr>
          <p:cNvPr id="164" name="TextBox 164">
            <a:extLst>
              <a:ext uri="{FF2B5EF4-FFF2-40B4-BE49-F238E27FC236}">
                <a16:creationId xmlns:a16="http://schemas.microsoft.com/office/drawing/2014/main" id="{17B41602-B466-4A7E-AAE4-5F44D4E6129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82</a:t>
            </a:r>
          </a:p>
        </p:txBody>
      </p:sp>
      <p:sp>
        <p:nvSpPr>
          <p:cNvPr id="165" name="TextBox 165">
            <a:extLst>
              <a:ext uri="{FF2B5EF4-FFF2-40B4-BE49-F238E27FC236}">
                <a16:creationId xmlns:a16="http://schemas.microsoft.com/office/drawing/2014/main" id="{85768EA0-1896-4AE8-822E-A4B5B098DB8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82.</a:t>
            </a:r>
          </a:p>
        </p:txBody>
      </p:sp>
      <p:sp>
        <p:nvSpPr>
          <p:cNvPr id="166" name="TextBox 166">
            <a:extLst>
              <a:ext uri="{FF2B5EF4-FFF2-40B4-BE49-F238E27FC236}">
                <a16:creationId xmlns:a16="http://schemas.microsoft.com/office/drawing/2014/main" id="{A3478704-2F14-4361-825F-DEC7F5AF3E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83</a:t>
            </a:r>
          </a:p>
        </p:txBody>
      </p:sp>
      <p:sp>
        <p:nvSpPr>
          <p:cNvPr id="167" name="TextBox 167">
            <a:extLst>
              <a:ext uri="{FF2B5EF4-FFF2-40B4-BE49-F238E27FC236}">
                <a16:creationId xmlns:a16="http://schemas.microsoft.com/office/drawing/2014/main" id="{0CB60C27-D5F9-4625-88F8-A54D7891E76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83.</a:t>
            </a:r>
          </a:p>
        </p:txBody>
      </p:sp>
      <p:sp>
        <p:nvSpPr>
          <p:cNvPr id="168" name="TextBox 168">
            <a:extLst>
              <a:ext uri="{FF2B5EF4-FFF2-40B4-BE49-F238E27FC236}">
                <a16:creationId xmlns:a16="http://schemas.microsoft.com/office/drawing/2014/main" id="{48D8095F-17C8-4D4E-A6D6-3C323B970A7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84</a:t>
            </a:r>
          </a:p>
        </p:txBody>
      </p:sp>
      <p:sp>
        <p:nvSpPr>
          <p:cNvPr id="169" name="TextBox 169">
            <a:extLst>
              <a:ext uri="{FF2B5EF4-FFF2-40B4-BE49-F238E27FC236}">
                <a16:creationId xmlns:a16="http://schemas.microsoft.com/office/drawing/2014/main" id="{61F4B1E6-C1DA-4B0F-BBB9-FB96C05B7D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84.</a:t>
            </a:r>
          </a:p>
        </p:txBody>
      </p:sp>
      <p:sp>
        <p:nvSpPr>
          <p:cNvPr id="170" name="TextBox 170">
            <a:extLst>
              <a:ext uri="{FF2B5EF4-FFF2-40B4-BE49-F238E27FC236}">
                <a16:creationId xmlns:a16="http://schemas.microsoft.com/office/drawing/2014/main" id="{AB3AB826-B610-43C9-9D20-B2968C10332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85</a:t>
            </a:r>
          </a:p>
        </p:txBody>
      </p:sp>
      <p:sp>
        <p:nvSpPr>
          <p:cNvPr id="171" name="TextBox 171">
            <a:extLst>
              <a:ext uri="{FF2B5EF4-FFF2-40B4-BE49-F238E27FC236}">
                <a16:creationId xmlns:a16="http://schemas.microsoft.com/office/drawing/2014/main" id="{9A39EEAA-416A-442D-9078-BB213512AD6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85.</a:t>
            </a:r>
          </a:p>
        </p:txBody>
      </p:sp>
      <p:sp>
        <p:nvSpPr>
          <p:cNvPr id="172" name="TextBox 172">
            <a:extLst>
              <a:ext uri="{FF2B5EF4-FFF2-40B4-BE49-F238E27FC236}">
                <a16:creationId xmlns:a16="http://schemas.microsoft.com/office/drawing/2014/main" id="{2D1B74E2-807F-4C23-8392-A7A17B4D56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86</a:t>
            </a:r>
          </a:p>
        </p:txBody>
      </p:sp>
      <p:sp>
        <p:nvSpPr>
          <p:cNvPr id="173" name="TextBox 173">
            <a:extLst>
              <a:ext uri="{FF2B5EF4-FFF2-40B4-BE49-F238E27FC236}">
                <a16:creationId xmlns:a16="http://schemas.microsoft.com/office/drawing/2014/main" id="{0BB512E6-12E6-42D9-9E81-CB87932FBF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86.</a:t>
            </a:r>
          </a:p>
        </p:txBody>
      </p:sp>
      <p:sp>
        <p:nvSpPr>
          <p:cNvPr id="174" name="TextBox 174">
            <a:extLst>
              <a:ext uri="{FF2B5EF4-FFF2-40B4-BE49-F238E27FC236}">
                <a16:creationId xmlns:a16="http://schemas.microsoft.com/office/drawing/2014/main" id="{8FB0D7B2-9FB7-4FA8-94C1-8F4E8EDE0F8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87</a:t>
            </a:r>
          </a:p>
        </p:txBody>
      </p:sp>
      <p:sp>
        <p:nvSpPr>
          <p:cNvPr id="175" name="TextBox 175">
            <a:extLst>
              <a:ext uri="{FF2B5EF4-FFF2-40B4-BE49-F238E27FC236}">
                <a16:creationId xmlns:a16="http://schemas.microsoft.com/office/drawing/2014/main" id="{FD9C0F19-4AFC-4258-9816-6E9C9E46D9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87.</a:t>
            </a:r>
          </a:p>
        </p:txBody>
      </p:sp>
      <p:sp>
        <p:nvSpPr>
          <p:cNvPr id="176" name="TextBox 176">
            <a:extLst>
              <a:ext uri="{FF2B5EF4-FFF2-40B4-BE49-F238E27FC236}">
                <a16:creationId xmlns:a16="http://schemas.microsoft.com/office/drawing/2014/main" id="{C5882164-6CE2-4133-9F14-9F35064C5FE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88</a:t>
            </a:r>
          </a:p>
        </p:txBody>
      </p:sp>
      <p:sp>
        <p:nvSpPr>
          <p:cNvPr id="177" name="TextBox 177">
            <a:extLst>
              <a:ext uri="{FF2B5EF4-FFF2-40B4-BE49-F238E27FC236}">
                <a16:creationId xmlns:a16="http://schemas.microsoft.com/office/drawing/2014/main" id="{8192B62B-C355-4526-8ADE-C3AC8BF3B79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88.</a:t>
            </a:r>
          </a:p>
        </p:txBody>
      </p:sp>
      <p:sp>
        <p:nvSpPr>
          <p:cNvPr id="178" name="TextBox 178">
            <a:extLst>
              <a:ext uri="{FF2B5EF4-FFF2-40B4-BE49-F238E27FC236}">
                <a16:creationId xmlns:a16="http://schemas.microsoft.com/office/drawing/2014/main" id="{0442B6C9-C50A-49B0-A12A-ABB299EEE9F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89</a:t>
            </a:r>
          </a:p>
        </p:txBody>
      </p:sp>
      <p:sp>
        <p:nvSpPr>
          <p:cNvPr id="179" name="TextBox 179">
            <a:extLst>
              <a:ext uri="{FF2B5EF4-FFF2-40B4-BE49-F238E27FC236}">
                <a16:creationId xmlns:a16="http://schemas.microsoft.com/office/drawing/2014/main" id="{D6F23C5A-FB97-44F0-BAC6-FD45070C860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89.</a:t>
            </a:r>
          </a:p>
        </p:txBody>
      </p:sp>
      <p:sp>
        <p:nvSpPr>
          <p:cNvPr id="180" name="TextBox 180">
            <a:extLst>
              <a:ext uri="{FF2B5EF4-FFF2-40B4-BE49-F238E27FC236}">
                <a16:creationId xmlns:a16="http://schemas.microsoft.com/office/drawing/2014/main" id="{0E87D6D6-8756-4DA9-9CF8-5D3E184792F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90</a:t>
            </a:r>
          </a:p>
        </p:txBody>
      </p:sp>
      <p:sp>
        <p:nvSpPr>
          <p:cNvPr id="181" name="TextBox 181">
            <a:extLst>
              <a:ext uri="{FF2B5EF4-FFF2-40B4-BE49-F238E27FC236}">
                <a16:creationId xmlns:a16="http://schemas.microsoft.com/office/drawing/2014/main" id="{3873A3E9-3D63-4BAE-9C30-6B39341FD39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90.</a:t>
            </a:r>
          </a:p>
        </p:txBody>
      </p:sp>
      <p:sp>
        <p:nvSpPr>
          <p:cNvPr id="182" name="TextBox 182">
            <a:extLst>
              <a:ext uri="{FF2B5EF4-FFF2-40B4-BE49-F238E27FC236}">
                <a16:creationId xmlns:a16="http://schemas.microsoft.com/office/drawing/2014/main" id="{FDE925BF-7F11-4135-A431-5DC991C5C2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91</a:t>
            </a:r>
          </a:p>
        </p:txBody>
      </p:sp>
      <p:sp>
        <p:nvSpPr>
          <p:cNvPr id="183" name="TextBox 183">
            <a:extLst>
              <a:ext uri="{FF2B5EF4-FFF2-40B4-BE49-F238E27FC236}">
                <a16:creationId xmlns:a16="http://schemas.microsoft.com/office/drawing/2014/main" id="{1045F2C9-A81B-4891-B2A6-CF27BACEBC3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91.</a:t>
            </a:r>
          </a:p>
        </p:txBody>
      </p:sp>
      <p:sp>
        <p:nvSpPr>
          <p:cNvPr id="184" name="TextBox 184">
            <a:extLst>
              <a:ext uri="{FF2B5EF4-FFF2-40B4-BE49-F238E27FC236}">
                <a16:creationId xmlns:a16="http://schemas.microsoft.com/office/drawing/2014/main" id="{F32AA054-9090-4B8A-9CD1-9FBC8D6A77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92</a:t>
            </a:r>
          </a:p>
        </p:txBody>
      </p:sp>
      <p:sp>
        <p:nvSpPr>
          <p:cNvPr id="185" name="TextBox 185">
            <a:extLst>
              <a:ext uri="{FF2B5EF4-FFF2-40B4-BE49-F238E27FC236}">
                <a16:creationId xmlns:a16="http://schemas.microsoft.com/office/drawing/2014/main" id="{CEFD7C4D-5D4A-4E6E-B666-11CC475E228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92.</a:t>
            </a:r>
          </a:p>
        </p:txBody>
      </p:sp>
      <p:sp>
        <p:nvSpPr>
          <p:cNvPr id="186" name="TextBox 186">
            <a:extLst>
              <a:ext uri="{FF2B5EF4-FFF2-40B4-BE49-F238E27FC236}">
                <a16:creationId xmlns:a16="http://schemas.microsoft.com/office/drawing/2014/main" id="{5568A294-E7AF-45C2-A785-4488513A45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93</a:t>
            </a:r>
          </a:p>
        </p:txBody>
      </p:sp>
      <p:sp>
        <p:nvSpPr>
          <p:cNvPr id="187" name="TextBox 187">
            <a:extLst>
              <a:ext uri="{FF2B5EF4-FFF2-40B4-BE49-F238E27FC236}">
                <a16:creationId xmlns:a16="http://schemas.microsoft.com/office/drawing/2014/main" id="{64DA20C1-9B31-46D8-825F-696C54DC39D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93.</a:t>
            </a:r>
          </a:p>
        </p:txBody>
      </p:sp>
      <p:sp>
        <p:nvSpPr>
          <p:cNvPr id="188" name="TextBox 188">
            <a:extLst>
              <a:ext uri="{FF2B5EF4-FFF2-40B4-BE49-F238E27FC236}">
                <a16:creationId xmlns:a16="http://schemas.microsoft.com/office/drawing/2014/main" id="{D8E18A77-30EE-449B-9F67-0BDB42CFFF7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94</a:t>
            </a:r>
          </a:p>
        </p:txBody>
      </p:sp>
      <p:sp>
        <p:nvSpPr>
          <p:cNvPr id="189" name="TextBox 189">
            <a:extLst>
              <a:ext uri="{FF2B5EF4-FFF2-40B4-BE49-F238E27FC236}">
                <a16:creationId xmlns:a16="http://schemas.microsoft.com/office/drawing/2014/main" id="{EE867B44-6CE7-44B8-A903-5C5C63D764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94.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E82439A0-3123-4216-816E-8E5596F43C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3996BCD3-0E41-4EE3-B08B-19D203FA33A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11365203-2F5F-40C4-B4FD-9386411E66A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9FCC0CED-0388-4E7C-9E8F-8769FFC389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FBD10999-6D3C-4AC6-9F84-F8392D8912A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4199A65A-B1C0-4897-BD52-4808B41FEA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1EB0086E-7157-43C8-BD05-4B185E6B423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21F368B6-35F0-4EBC-9EB8-F770B43BE0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FA64ED92-032C-4EF0-B9D2-90C57AE8186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E1EECC01-B004-41D2-A9FF-977C359BADF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6D30A73-F413-4A6B-930D-5E0BD4A2D3A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FC510C5-D68E-424F-AB5B-26B2A758816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5838DFD3-EBAF-40A3-A8F0-D84DB66AF7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AA1F2BB6-6DFA-4C84-9EFB-6CE6EEB0DF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458D6849-AC7B-4CF9-8253-D5AA24F52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56150F0C-AE03-46D8-AC5E-7C760C09C69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FA203AFF-87CC-4F1D-A7E5-352DE1125E5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3479077A-5E1A-4DCA-AF78-616E86DB5B2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268CECE2-6563-4319-8E0E-88F27A4C6AB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A0C6AA3F-197B-40EA-990D-B9FD45A46F1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FBA74959-8BA3-468A-BADC-9243BB4E0F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92ED571E-479B-4E31-ACC3-D5A05D11C1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D7BB12CD-4E10-4314-BEC8-E824165B4C3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2989E5C3-7961-4ABF-8882-BD66FB3961C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E3B32FEA-A5DA-4B0C-AF66-A3803158DBE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03343FE4-60D3-43E8-8A2A-981F900D9F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C09CE652-5316-4DBF-BDB1-E517ADDC7B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C0CEC720-8071-4A26-B2F0-D6A63453105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6921C492-2454-464C-91C4-8F876273362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DDF5E57E-7E55-4186-9970-9D46CB0D15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D794EAF1-889E-41BE-8E46-45BEE6A8C9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6CAEDF31-8550-45AB-8B7F-58B2C23B4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59315AAA-993A-4AF5-94B2-A4893A8111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7B42FF26-60C2-4493-9A3F-5EC7ACF9FA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30FE7111-E328-4959-90A6-97E6A72C1C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AD970819-B8A7-481C-A893-5B91DC4981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3B08D3E-B938-4F2F-B27C-E6E3930E56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4EE95C86-BC09-4ABE-86B1-24576758257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21FE1EC9-5218-4AD2-97E5-75C5C274BFD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3418E25E-D0EB-4EC8-8FD5-D98ADD296AC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6841C69D-564C-4AA5-B2C6-B5684777610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A4D12817-2322-4A8D-A670-4D0B5A6325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72D1E1FD-5DCB-41EC-AE76-D28776AAF97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8D54CED1-47F6-46A0-9C5D-48587A2DD1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69DD19F6-CDD4-4683-8088-8E0A213D89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32EDB2F8-20CA-4ABA-B993-F998024B01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DA49709B-072D-4C8C-ADA2-BA3508C48D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B6795E2B-2005-4C5F-9A05-841EA5FBF3C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  <p:sp>
        <p:nvSpPr>
          <p:cNvPr id="154" name="TextBox 154">
            <a:extLst>
              <a:ext uri="{FF2B5EF4-FFF2-40B4-BE49-F238E27FC236}">
                <a16:creationId xmlns:a16="http://schemas.microsoft.com/office/drawing/2014/main" id="{291952C3-4FBB-4C89-8B44-6D32BB59D3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77</a:t>
            </a:r>
          </a:p>
        </p:txBody>
      </p:sp>
      <p:sp>
        <p:nvSpPr>
          <p:cNvPr id="155" name="TextBox 155">
            <a:extLst>
              <a:ext uri="{FF2B5EF4-FFF2-40B4-BE49-F238E27FC236}">
                <a16:creationId xmlns:a16="http://schemas.microsoft.com/office/drawing/2014/main" id="{2988CA28-0E3C-4FAC-9936-BD0083C454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77.</a:t>
            </a:r>
          </a:p>
        </p:txBody>
      </p:sp>
      <p:sp>
        <p:nvSpPr>
          <p:cNvPr id="156" name="TextBox 156">
            <a:extLst>
              <a:ext uri="{FF2B5EF4-FFF2-40B4-BE49-F238E27FC236}">
                <a16:creationId xmlns:a16="http://schemas.microsoft.com/office/drawing/2014/main" id="{505CCEB2-182C-4F8B-9F88-6369FEEF25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78</a:t>
            </a:r>
          </a:p>
        </p:txBody>
      </p:sp>
      <p:sp>
        <p:nvSpPr>
          <p:cNvPr id="157" name="TextBox 157">
            <a:extLst>
              <a:ext uri="{FF2B5EF4-FFF2-40B4-BE49-F238E27FC236}">
                <a16:creationId xmlns:a16="http://schemas.microsoft.com/office/drawing/2014/main" id="{9B67A986-07D6-4BF2-A095-669FEB4910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78.</a:t>
            </a:r>
          </a:p>
        </p:txBody>
      </p:sp>
      <p:sp>
        <p:nvSpPr>
          <p:cNvPr id="158" name="TextBox 158">
            <a:extLst>
              <a:ext uri="{FF2B5EF4-FFF2-40B4-BE49-F238E27FC236}">
                <a16:creationId xmlns:a16="http://schemas.microsoft.com/office/drawing/2014/main" id="{E692A411-9DA7-4C65-812A-1684A3D2696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79</a:t>
            </a:r>
          </a:p>
        </p:txBody>
      </p:sp>
      <p:sp>
        <p:nvSpPr>
          <p:cNvPr id="159" name="TextBox 159">
            <a:extLst>
              <a:ext uri="{FF2B5EF4-FFF2-40B4-BE49-F238E27FC236}">
                <a16:creationId xmlns:a16="http://schemas.microsoft.com/office/drawing/2014/main" id="{6FB319F7-8DF7-420A-BFCF-093204CF5A9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79.</a:t>
            </a:r>
          </a:p>
        </p:txBody>
      </p:sp>
      <p:sp>
        <p:nvSpPr>
          <p:cNvPr id="160" name="TextBox 160">
            <a:extLst>
              <a:ext uri="{FF2B5EF4-FFF2-40B4-BE49-F238E27FC236}">
                <a16:creationId xmlns:a16="http://schemas.microsoft.com/office/drawing/2014/main" id="{A698C3AE-777C-4EDF-AC94-1E96F80BFE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80</a:t>
            </a:r>
          </a:p>
        </p:txBody>
      </p:sp>
      <p:sp>
        <p:nvSpPr>
          <p:cNvPr id="161" name="TextBox 161">
            <a:extLst>
              <a:ext uri="{FF2B5EF4-FFF2-40B4-BE49-F238E27FC236}">
                <a16:creationId xmlns:a16="http://schemas.microsoft.com/office/drawing/2014/main" id="{B78CA419-47B0-4E4E-B8E0-CFFF95BE3F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80.</a:t>
            </a:r>
          </a:p>
        </p:txBody>
      </p:sp>
      <p:sp>
        <p:nvSpPr>
          <p:cNvPr id="162" name="TextBox 162">
            <a:extLst>
              <a:ext uri="{FF2B5EF4-FFF2-40B4-BE49-F238E27FC236}">
                <a16:creationId xmlns:a16="http://schemas.microsoft.com/office/drawing/2014/main" id="{0D46E08E-43E9-4B2F-874C-74BB5A8A66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81</a:t>
            </a:r>
          </a:p>
        </p:txBody>
      </p:sp>
      <p:sp>
        <p:nvSpPr>
          <p:cNvPr id="163" name="TextBox 163">
            <a:extLst>
              <a:ext uri="{FF2B5EF4-FFF2-40B4-BE49-F238E27FC236}">
                <a16:creationId xmlns:a16="http://schemas.microsoft.com/office/drawing/2014/main" id="{10E71588-6CE2-4EF3-A14A-685127CE98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81.</a:t>
            </a:r>
          </a:p>
        </p:txBody>
      </p:sp>
      <p:sp>
        <p:nvSpPr>
          <p:cNvPr id="164" name="TextBox 164">
            <a:extLst>
              <a:ext uri="{FF2B5EF4-FFF2-40B4-BE49-F238E27FC236}">
                <a16:creationId xmlns:a16="http://schemas.microsoft.com/office/drawing/2014/main" id="{17B41602-B466-4A7E-AAE4-5F44D4E6129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82</a:t>
            </a:r>
          </a:p>
        </p:txBody>
      </p:sp>
      <p:sp>
        <p:nvSpPr>
          <p:cNvPr id="165" name="TextBox 165">
            <a:extLst>
              <a:ext uri="{FF2B5EF4-FFF2-40B4-BE49-F238E27FC236}">
                <a16:creationId xmlns:a16="http://schemas.microsoft.com/office/drawing/2014/main" id="{85768EA0-1896-4AE8-822E-A4B5B098DB8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82.</a:t>
            </a:r>
          </a:p>
        </p:txBody>
      </p:sp>
      <p:sp>
        <p:nvSpPr>
          <p:cNvPr id="166" name="TextBox 166">
            <a:extLst>
              <a:ext uri="{FF2B5EF4-FFF2-40B4-BE49-F238E27FC236}">
                <a16:creationId xmlns:a16="http://schemas.microsoft.com/office/drawing/2014/main" id="{A3478704-2F14-4361-825F-DEC7F5AF3E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83</a:t>
            </a:r>
          </a:p>
        </p:txBody>
      </p:sp>
      <p:sp>
        <p:nvSpPr>
          <p:cNvPr id="167" name="TextBox 167">
            <a:extLst>
              <a:ext uri="{FF2B5EF4-FFF2-40B4-BE49-F238E27FC236}">
                <a16:creationId xmlns:a16="http://schemas.microsoft.com/office/drawing/2014/main" id="{0CB60C27-D5F9-4625-88F8-A54D7891E76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83.</a:t>
            </a:r>
          </a:p>
        </p:txBody>
      </p:sp>
      <p:sp>
        <p:nvSpPr>
          <p:cNvPr id="168" name="TextBox 168">
            <a:extLst>
              <a:ext uri="{FF2B5EF4-FFF2-40B4-BE49-F238E27FC236}">
                <a16:creationId xmlns:a16="http://schemas.microsoft.com/office/drawing/2014/main" id="{48D8095F-17C8-4D4E-A6D6-3C323B970A7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84</a:t>
            </a:r>
          </a:p>
        </p:txBody>
      </p:sp>
      <p:sp>
        <p:nvSpPr>
          <p:cNvPr id="169" name="TextBox 169">
            <a:extLst>
              <a:ext uri="{FF2B5EF4-FFF2-40B4-BE49-F238E27FC236}">
                <a16:creationId xmlns:a16="http://schemas.microsoft.com/office/drawing/2014/main" id="{61F4B1E6-C1DA-4B0F-BBB9-FB96C05B7D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84.</a:t>
            </a:r>
          </a:p>
        </p:txBody>
      </p:sp>
      <p:sp>
        <p:nvSpPr>
          <p:cNvPr id="170" name="TextBox 170">
            <a:extLst>
              <a:ext uri="{FF2B5EF4-FFF2-40B4-BE49-F238E27FC236}">
                <a16:creationId xmlns:a16="http://schemas.microsoft.com/office/drawing/2014/main" id="{AB3AB826-B610-43C9-9D20-B2968C10332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85</a:t>
            </a:r>
          </a:p>
        </p:txBody>
      </p:sp>
      <p:sp>
        <p:nvSpPr>
          <p:cNvPr id="171" name="TextBox 171">
            <a:extLst>
              <a:ext uri="{FF2B5EF4-FFF2-40B4-BE49-F238E27FC236}">
                <a16:creationId xmlns:a16="http://schemas.microsoft.com/office/drawing/2014/main" id="{9A39EEAA-416A-442D-9078-BB213512AD6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85.</a:t>
            </a:r>
          </a:p>
        </p:txBody>
      </p:sp>
      <p:sp>
        <p:nvSpPr>
          <p:cNvPr id="172" name="TextBox 172">
            <a:extLst>
              <a:ext uri="{FF2B5EF4-FFF2-40B4-BE49-F238E27FC236}">
                <a16:creationId xmlns:a16="http://schemas.microsoft.com/office/drawing/2014/main" id="{2D1B74E2-807F-4C23-8392-A7A17B4D56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86</a:t>
            </a:r>
          </a:p>
        </p:txBody>
      </p:sp>
      <p:sp>
        <p:nvSpPr>
          <p:cNvPr id="173" name="TextBox 173">
            <a:extLst>
              <a:ext uri="{FF2B5EF4-FFF2-40B4-BE49-F238E27FC236}">
                <a16:creationId xmlns:a16="http://schemas.microsoft.com/office/drawing/2014/main" id="{0BB512E6-12E6-42D9-9E81-CB87932FBF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86.</a:t>
            </a:r>
          </a:p>
        </p:txBody>
      </p:sp>
      <p:sp>
        <p:nvSpPr>
          <p:cNvPr id="174" name="TextBox 174">
            <a:extLst>
              <a:ext uri="{FF2B5EF4-FFF2-40B4-BE49-F238E27FC236}">
                <a16:creationId xmlns:a16="http://schemas.microsoft.com/office/drawing/2014/main" id="{8FB0D7B2-9FB7-4FA8-94C1-8F4E8EDE0F8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87</a:t>
            </a:r>
          </a:p>
        </p:txBody>
      </p:sp>
      <p:sp>
        <p:nvSpPr>
          <p:cNvPr id="175" name="TextBox 175">
            <a:extLst>
              <a:ext uri="{FF2B5EF4-FFF2-40B4-BE49-F238E27FC236}">
                <a16:creationId xmlns:a16="http://schemas.microsoft.com/office/drawing/2014/main" id="{FD9C0F19-4AFC-4258-9816-6E9C9E46D9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87.</a:t>
            </a:r>
          </a:p>
        </p:txBody>
      </p:sp>
      <p:sp>
        <p:nvSpPr>
          <p:cNvPr id="176" name="TextBox 176">
            <a:extLst>
              <a:ext uri="{FF2B5EF4-FFF2-40B4-BE49-F238E27FC236}">
                <a16:creationId xmlns:a16="http://schemas.microsoft.com/office/drawing/2014/main" id="{C5882164-6CE2-4133-9F14-9F35064C5FE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88</a:t>
            </a:r>
          </a:p>
        </p:txBody>
      </p:sp>
      <p:sp>
        <p:nvSpPr>
          <p:cNvPr id="177" name="TextBox 177">
            <a:extLst>
              <a:ext uri="{FF2B5EF4-FFF2-40B4-BE49-F238E27FC236}">
                <a16:creationId xmlns:a16="http://schemas.microsoft.com/office/drawing/2014/main" id="{8192B62B-C355-4526-8ADE-C3AC8BF3B79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88.</a:t>
            </a:r>
          </a:p>
        </p:txBody>
      </p:sp>
      <p:sp>
        <p:nvSpPr>
          <p:cNvPr id="178" name="TextBox 178">
            <a:extLst>
              <a:ext uri="{FF2B5EF4-FFF2-40B4-BE49-F238E27FC236}">
                <a16:creationId xmlns:a16="http://schemas.microsoft.com/office/drawing/2014/main" id="{0442B6C9-C50A-49B0-A12A-ABB299EEE9F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89</a:t>
            </a:r>
          </a:p>
        </p:txBody>
      </p:sp>
      <p:sp>
        <p:nvSpPr>
          <p:cNvPr id="179" name="TextBox 179">
            <a:extLst>
              <a:ext uri="{FF2B5EF4-FFF2-40B4-BE49-F238E27FC236}">
                <a16:creationId xmlns:a16="http://schemas.microsoft.com/office/drawing/2014/main" id="{D6F23C5A-FB97-44F0-BAC6-FD45070C860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89.</a:t>
            </a:r>
          </a:p>
        </p:txBody>
      </p:sp>
      <p:sp>
        <p:nvSpPr>
          <p:cNvPr id="180" name="TextBox 180">
            <a:extLst>
              <a:ext uri="{FF2B5EF4-FFF2-40B4-BE49-F238E27FC236}">
                <a16:creationId xmlns:a16="http://schemas.microsoft.com/office/drawing/2014/main" id="{0E87D6D6-8756-4DA9-9CF8-5D3E184792F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90</a:t>
            </a:r>
          </a:p>
        </p:txBody>
      </p:sp>
      <p:sp>
        <p:nvSpPr>
          <p:cNvPr id="181" name="TextBox 181">
            <a:extLst>
              <a:ext uri="{FF2B5EF4-FFF2-40B4-BE49-F238E27FC236}">
                <a16:creationId xmlns:a16="http://schemas.microsoft.com/office/drawing/2014/main" id="{3873A3E9-3D63-4BAE-9C30-6B39341FD39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90.</a:t>
            </a:r>
          </a:p>
        </p:txBody>
      </p:sp>
      <p:sp>
        <p:nvSpPr>
          <p:cNvPr id="182" name="TextBox 182">
            <a:extLst>
              <a:ext uri="{FF2B5EF4-FFF2-40B4-BE49-F238E27FC236}">
                <a16:creationId xmlns:a16="http://schemas.microsoft.com/office/drawing/2014/main" id="{FDE925BF-7F11-4135-A431-5DC991C5C2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91</a:t>
            </a:r>
          </a:p>
        </p:txBody>
      </p:sp>
      <p:sp>
        <p:nvSpPr>
          <p:cNvPr id="183" name="TextBox 183">
            <a:extLst>
              <a:ext uri="{FF2B5EF4-FFF2-40B4-BE49-F238E27FC236}">
                <a16:creationId xmlns:a16="http://schemas.microsoft.com/office/drawing/2014/main" id="{1045F2C9-A81B-4891-B2A6-CF27BACEBC3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91.</a:t>
            </a:r>
          </a:p>
        </p:txBody>
      </p:sp>
      <p:sp>
        <p:nvSpPr>
          <p:cNvPr id="184" name="TextBox 184">
            <a:extLst>
              <a:ext uri="{FF2B5EF4-FFF2-40B4-BE49-F238E27FC236}">
                <a16:creationId xmlns:a16="http://schemas.microsoft.com/office/drawing/2014/main" id="{F32AA054-9090-4B8A-9CD1-9FBC8D6A77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92</a:t>
            </a:r>
          </a:p>
        </p:txBody>
      </p:sp>
      <p:sp>
        <p:nvSpPr>
          <p:cNvPr id="185" name="TextBox 185">
            <a:extLst>
              <a:ext uri="{FF2B5EF4-FFF2-40B4-BE49-F238E27FC236}">
                <a16:creationId xmlns:a16="http://schemas.microsoft.com/office/drawing/2014/main" id="{CEFD7C4D-5D4A-4E6E-B666-11CC475E228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92.</a:t>
            </a:r>
          </a:p>
        </p:txBody>
      </p:sp>
      <p:sp>
        <p:nvSpPr>
          <p:cNvPr id="186" name="TextBox 186">
            <a:extLst>
              <a:ext uri="{FF2B5EF4-FFF2-40B4-BE49-F238E27FC236}">
                <a16:creationId xmlns:a16="http://schemas.microsoft.com/office/drawing/2014/main" id="{5568A294-E7AF-45C2-A785-4488513A45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93</a:t>
            </a:r>
          </a:p>
        </p:txBody>
      </p:sp>
      <p:sp>
        <p:nvSpPr>
          <p:cNvPr id="187" name="TextBox 187">
            <a:extLst>
              <a:ext uri="{FF2B5EF4-FFF2-40B4-BE49-F238E27FC236}">
                <a16:creationId xmlns:a16="http://schemas.microsoft.com/office/drawing/2014/main" id="{64DA20C1-9B31-46D8-825F-696C54DC39D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93.</a:t>
            </a:r>
          </a:p>
        </p:txBody>
      </p:sp>
      <p:sp>
        <p:nvSpPr>
          <p:cNvPr id="188" name="TextBox 188">
            <a:extLst>
              <a:ext uri="{FF2B5EF4-FFF2-40B4-BE49-F238E27FC236}">
                <a16:creationId xmlns:a16="http://schemas.microsoft.com/office/drawing/2014/main" id="{D8E18A77-30EE-449B-9F67-0BDB42CFFF7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94</a:t>
            </a:r>
          </a:p>
        </p:txBody>
      </p:sp>
      <p:sp>
        <p:nvSpPr>
          <p:cNvPr id="189" name="TextBox 189">
            <a:extLst>
              <a:ext uri="{FF2B5EF4-FFF2-40B4-BE49-F238E27FC236}">
                <a16:creationId xmlns:a16="http://schemas.microsoft.com/office/drawing/2014/main" id="{EE867B44-6CE7-44B8-A903-5C5C63D764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94.</a:t>
            </a:r>
          </a:p>
        </p:txBody>
      </p:sp>
      <p:sp>
        <p:nvSpPr>
          <p:cNvPr id="190" name="TextBox 190">
            <a:extLst>
              <a:ext uri="{FF2B5EF4-FFF2-40B4-BE49-F238E27FC236}">
                <a16:creationId xmlns:a16="http://schemas.microsoft.com/office/drawing/2014/main" id="{2408D738-6061-47E1-840D-5ECA3966B19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95</a:t>
            </a:r>
          </a:p>
        </p:txBody>
      </p:sp>
      <p:sp>
        <p:nvSpPr>
          <p:cNvPr id="191" name="TextBox 191">
            <a:extLst>
              <a:ext uri="{FF2B5EF4-FFF2-40B4-BE49-F238E27FC236}">
                <a16:creationId xmlns:a16="http://schemas.microsoft.com/office/drawing/2014/main" id="{4D33D311-4430-4623-8011-267EFDB0AC7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95.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E82439A0-3123-4216-816E-8E5596F43C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3996BCD3-0E41-4EE3-B08B-19D203FA33A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11365203-2F5F-40C4-B4FD-9386411E66A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9FCC0CED-0388-4E7C-9E8F-8769FFC389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FBD10999-6D3C-4AC6-9F84-F8392D8912A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4199A65A-B1C0-4897-BD52-4808B41FEA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1EB0086E-7157-43C8-BD05-4B185E6B423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21F368B6-35F0-4EBC-9EB8-F770B43BE0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FA64ED92-032C-4EF0-B9D2-90C57AE8186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E1EECC01-B004-41D2-A9FF-977C359BADF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6D30A73-F413-4A6B-930D-5E0BD4A2D3A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FC510C5-D68E-424F-AB5B-26B2A758816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5838DFD3-EBAF-40A3-A8F0-D84DB66AF7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AA1F2BB6-6DFA-4C84-9EFB-6CE6EEB0DF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458D6849-AC7B-4CF9-8253-D5AA24F52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56150F0C-AE03-46D8-AC5E-7C760C09C69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FA203AFF-87CC-4F1D-A7E5-352DE1125E5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3479077A-5E1A-4DCA-AF78-616E86DB5B2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268CECE2-6563-4319-8E0E-88F27A4C6AB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A0C6AA3F-197B-40EA-990D-B9FD45A46F1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FBA74959-8BA3-468A-BADC-9243BB4E0F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92ED571E-479B-4E31-ACC3-D5A05D11C1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D7BB12CD-4E10-4314-BEC8-E824165B4C3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2989E5C3-7961-4ABF-8882-BD66FB3961C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E3B32FEA-A5DA-4B0C-AF66-A3803158DBE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03343FE4-60D3-43E8-8A2A-981F900D9F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C09CE652-5316-4DBF-BDB1-E517ADDC7B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C0CEC720-8071-4A26-B2F0-D6A63453105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6921C492-2454-464C-91C4-8F876273362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DDF5E57E-7E55-4186-9970-9D46CB0D15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D794EAF1-889E-41BE-8E46-45BEE6A8C9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6CAEDF31-8550-45AB-8B7F-58B2C23B4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59315AAA-993A-4AF5-94B2-A4893A8111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7B42FF26-60C2-4493-9A3F-5EC7ACF9FA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30FE7111-E328-4959-90A6-97E6A72C1C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AD970819-B8A7-481C-A893-5B91DC4981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3B08D3E-B938-4F2F-B27C-E6E3930E56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4EE95C86-BC09-4ABE-86B1-24576758257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21FE1EC9-5218-4AD2-97E5-75C5C274BFD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3418E25E-D0EB-4EC8-8FD5-D98ADD296AC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6841C69D-564C-4AA5-B2C6-B5684777610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A4D12817-2322-4A8D-A670-4D0B5A6325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72D1E1FD-5DCB-41EC-AE76-D28776AAF97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8D54CED1-47F6-46A0-9C5D-48587A2DD1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69DD19F6-CDD4-4683-8088-8E0A213D89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32EDB2F8-20CA-4ABA-B993-F998024B01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DA49709B-072D-4C8C-ADA2-BA3508C48D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B6795E2B-2005-4C5F-9A05-841EA5FBF3C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  <p:sp>
        <p:nvSpPr>
          <p:cNvPr id="154" name="TextBox 154">
            <a:extLst>
              <a:ext uri="{FF2B5EF4-FFF2-40B4-BE49-F238E27FC236}">
                <a16:creationId xmlns:a16="http://schemas.microsoft.com/office/drawing/2014/main" id="{291952C3-4FBB-4C89-8B44-6D32BB59D3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77</a:t>
            </a:r>
          </a:p>
        </p:txBody>
      </p:sp>
      <p:sp>
        <p:nvSpPr>
          <p:cNvPr id="155" name="TextBox 155">
            <a:extLst>
              <a:ext uri="{FF2B5EF4-FFF2-40B4-BE49-F238E27FC236}">
                <a16:creationId xmlns:a16="http://schemas.microsoft.com/office/drawing/2014/main" id="{2988CA28-0E3C-4FAC-9936-BD0083C454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77.</a:t>
            </a:r>
          </a:p>
        </p:txBody>
      </p:sp>
      <p:sp>
        <p:nvSpPr>
          <p:cNvPr id="156" name="TextBox 156">
            <a:extLst>
              <a:ext uri="{FF2B5EF4-FFF2-40B4-BE49-F238E27FC236}">
                <a16:creationId xmlns:a16="http://schemas.microsoft.com/office/drawing/2014/main" id="{505CCEB2-182C-4F8B-9F88-6369FEEF25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78</a:t>
            </a:r>
          </a:p>
        </p:txBody>
      </p:sp>
      <p:sp>
        <p:nvSpPr>
          <p:cNvPr id="157" name="TextBox 157">
            <a:extLst>
              <a:ext uri="{FF2B5EF4-FFF2-40B4-BE49-F238E27FC236}">
                <a16:creationId xmlns:a16="http://schemas.microsoft.com/office/drawing/2014/main" id="{9B67A986-07D6-4BF2-A095-669FEB4910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78.</a:t>
            </a:r>
          </a:p>
        </p:txBody>
      </p:sp>
      <p:sp>
        <p:nvSpPr>
          <p:cNvPr id="158" name="TextBox 158">
            <a:extLst>
              <a:ext uri="{FF2B5EF4-FFF2-40B4-BE49-F238E27FC236}">
                <a16:creationId xmlns:a16="http://schemas.microsoft.com/office/drawing/2014/main" id="{E692A411-9DA7-4C65-812A-1684A3D2696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79</a:t>
            </a:r>
          </a:p>
        </p:txBody>
      </p:sp>
      <p:sp>
        <p:nvSpPr>
          <p:cNvPr id="159" name="TextBox 159">
            <a:extLst>
              <a:ext uri="{FF2B5EF4-FFF2-40B4-BE49-F238E27FC236}">
                <a16:creationId xmlns:a16="http://schemas.microsoft.com/office/drawing/2014/main" id="{6FB319F7-8DF7-420A-BFCF-093204CF5A9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79.</a:t>
            </a:r>
          </a:p>
        </p:txBody>
      </p:sp>
      <p:sp>
        <p:nvSpPr>
          <p:cNvPr id="160" name="TextBox 160">
            <a:extLst>
              <a:ext uri="{FF2B5EF4-FFF2-40B4-BE49-F238E27FC236}">
                <a16:creationId xmlns:a16="http://schemas.microsoft.com/office/drawing/2014/main" id="{A698C3AE-777C-4EDF-AC94-1E96F80BFE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80</a:t>
            </a:r>
          </a:p>
        </p:txBody>
      </p:sp>
      <p:sp>
        <p:nvSpPr>
          <p:cNvPr id="161" name="TextBox 161">
            <a:extLst>
              <a:ext uri="{FF2B5EF4-FFF2-40B4-BE49-F238E27FC236}">
                <a16:creationId xmlns:a16="http://schemas.microsoft.com/office/drawing/2014/main" id="{B78CA419-47B0-4E4E-B8E0-CFFF95BE3F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80.</a:t>
            </a:r>
          </a:p>
        </p:txBody>
      </p:sp>
      <p:sp>
        <p:nvSpPr>
          <p:cNvPr id="162" name="TextBox 162">
            <a:extLst>
              <a:ext uri="{FF2B5EF4-FFF2-40B4-BE49-F238E27FC236}">
                <a16:creationId xmlns:a16="http://schemas.microsoft.com/office/drawing/2014/main" id="{0D46E08E-43E9-4B2F-874C-74BB5A8A66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81</a:t>
            </a:r>
          </a:p>
        </p:txBody>
      </p:sp>
      <p:sp>
        <p:nvSpPr>
          <p:cNvPr id="163" name="TextBox 163">
            <a:extLst>
              <a:ext uri="{FF2B5EF4-FFF2-40B4-BE49-F238E27FC236}">
                <a16:creationId xmlns:a16="http://schemas.microsoft.com/office/drawing/2014/main" id="{10E71588-6CE2-4EF3-A14A-685127CE98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81.</a:t>
            </a:r>
          </a:p>
        </p:txBody>
      </p:sp>
      <p:sp>
        <p:nvSpPr>
          <p:cNvPr id="164" name="TextBox 164">
            <a:extLst>
              <a:ext uri="{FF2B5EF4-FFF2-40B4-BE49-F238E27FC236}">
                <a16:creationId xmlns:a16="http://schemas.microsoft.com/office/drawing/2014/main" id="{17B41602-B466-4A7E-AAE4-5F44D4E6129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82</a:t>
            </a:r>
          </a:p>
        </p:txBody>
      </p:sp>
      <p:sp>
        <p:nvSpPr>
          <p:cNvPr id="165" name="TextBox 165">
            <a:extLst>
              <a:ext uri="{FF2B5EF4-FFF2-40B4-BE49-F238E27FC236}">
                <a16:creationId xmlns:a16="http://schemas.microsoft.com/office/drawing/2014/main" id="{85768EA0-1896-4AE8-822E-A4B5B098DB8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82.</a:t>
            </a:r>
          </a:p>
        </p:txBody>
      </p:sp>
      <p:sp>
        <p:nvSpPr>
          <p:cNvPr id="166" name="TextBox 166">
            <a:extLst>
              <a:ext uri="{FF2B5EF4-FFF2-40B4-BE49-F238E27FC236}">
                <a16:creationId xmlns:a16="http://schemas.microsoft.com/office/drawing/2014/main" id="{A3478704-2F14-4361-825F-DEC7F5AF3E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83</a:t>
            </a:r>
          </a:p>
        </p:txBody>
      </p:sp>
      <p:sp>
        <p:nvSpPr>
          <p:cNvPr id="167" name="TextBox 167">
            <a:extLst>
              <a:ext uri="{FF2B5EF4-FFF2-40B4-BE49-F238E27FC236}">
                <a16:creationId xmlns:a16="http://schemas.microsoft.com/office/drawing/2014/main" id="{0CB60C27-D5F9-4625-88F8-A54D7891E76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83.</a:t>
            </a:r>
          </a:p>
        </p:txBody>
      </p:sp>
      <p:sp>
        <p:nvSpPr>
          <p:cNvPr id="168" name="TextBox 168">
            <a:extLst>
              <a:ext uri="{FF2B5EF4-FFF2-40B4-BE49-F238E27FC236}">
                <a16:creationId xmlns:a16="http://schemas.microsoft.com/office/drawing/2014/main" id="{48D8095F-17C8-4D4E-A6D6-3C323B970A7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84</a:t>
            </a:r>
          </a:p>
        </p:txBody>
      </p:sp>
      <p:sp>
        <p:nvSpPr>
          <p:cNvPr id="169" name="TextBox 169">
            <a:extLst>
              <a:ext uri="{FF2B5EF4-FFF2-40B4-BE49-F238E27FC236}">
                <a16:creationId xmlns:a16="http://schemas.microsoft.com/office/drawing/2014/main" id="{61F4B1E6-C1DA-4B0F-BBB9-FB96C05B7D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84.</a:t>
            </a:r>
          </a:p>
        </p:txBody>
      </p:sp>
      <p:sp>
        <p:nvSpPr>
          <p:cNvPr id="170" name="TextBox 170">
            <a:extLst>
              <a:ext uri="{FF2B5EF4-FFF2-40B4-BE49-F238E27FC236}">
                <a16:creationId xmlns:a16="http://schemas.microsoft.com/office/drawing/2014/main" id="{AB3AB826-B610-43C9-9D20-B2968C10332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85</a:t>
            </a:r>
          </a:p>
        </p:txBody>
      </p:sp>
      <p:sp>
        <p:nvSpPr>
          <p:cNvPr id="171" name="TextBox 171">
            <a:extLst>
              <a:ext uri="{FF2B5EF4-FFF2-40B4-BE49-F238E27FC236}">
                <a16:creationId xmlns:a16="http://schemas.microsoft.com/office/drawing/2014/main" id="{9A39EEAA-416A-442D-9078-BB213512AD6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85.</a:t>
            </a:r>
          </a:p>
        </p:txBody>
      </p:sp>
      <p:sp>
        <p:nvSpPr>
          <p:cNvPr id="172" name="TextBox 172">
            <a:extLst>
              <a:ext uri="{FF2B5EF4-FFF2-40B4-BE49-F238E27FC236}">
                <a16:creationId xmlns:a16="http://schemas.microsoft.com/office/drawing/2014/main" id="{2D1B74E2-807F-4C23-8392-A7A17B4D56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86</a:t>
            </a:r>
          </a:p>
        </p:txBody>
      </p:sp>
      <p:sp>
        <p:nvSpPr>
          <p:cNvPr id="173" name="TextBox 173">
            <a:extLst>
              <a:ext uri="{FF2B5EF4-FFF2-40B4-BE49-F238E27FC236}">
                <a16:creationId xmlns:a16="http://schemas.microsoft.com/office/drawing/2014/main" id="{0BB512E6-12E6-42D9-9E81-CB87932FBF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86.</a:t>
            </a:r>
          </a:p>
        </p:txBody>
      </p:sp>
      <p:sp>
        <p:nvSpPr>
          <p:cNvPr id="174" name="TextBox 174">
            <a:extLst>
              <a:ext uri="{FF2B5EF4-FFF2-40B4-BE49-F238E27FC236}">
                <a16:creationId xmlns:a16="http://schemas.microsoft.com/office/drawing/2014/main" id="{8FB0D7B2-9FB7-4FA8-94C1-8F4E8EDE0F8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87</a:t>
            </a:r>
          </a:p>
        </p:txBody>
      </p:sp>
      <p:sp>
        <p:nvSpPr>
          <p:cNvPr id="175" name="TextBox 175">
            <a:extLst>
              <a:ext uri="{FF2B5EF4-FFF2-40B4-BE49-F238E27FC236}">
                <a16:creationId xmlns:a16="http://schemas.microsoft.com/office/drawing/2014/main" id="{FD9C0F19-4AFC-4258-9816-6E9C9E46D9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87.</a:t>
            </a:r>
          </a:p>
        </p:txBody>
      </p:sp>
      <p:sp>
        <p:nvSpPr>
          <p:cNvPr id="176" name="TextBox 176">
            <a:extLst>
              <a:ext uri="{FF2B5EF4-FFF2-40B4-BE49-F238E27FC236}">
                <a16:creationId xmlns:a16="http://schemas.microsoft.com/office/drawing/2014/main" id="{C5882164-6CE2-4133-9F14-9F35064C5FE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88</a:t>
            </a:r>
          </a:p>
        </p:txBody>
      </p:sp>
      <p:sp>
        <p:nvSpPr>
          <p:cNvPr id="177" name="TextBox 177">
            <a:extLst>
              <a:ext uri="{FF2B5EF4-FFF2-40B4-BE49-F238E27FC236}">
                <a16:creationId xmlns:a16="http://schemas.microsoft.com/office/drawing/2014/main" id="{8192B62B-C355-4526-8ADE-C3AC8BF3B79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88.</a:t>
            </a:r>
          </a:p>
        </p:txBody>
      </p:sp>
      <p:sp>
        <p:nvSpPr>
          <p:cNvPr id="178" name="TextBox 178">
            <a:extLst>
              <a:ext uri="{FF2B5EF4-FFF2-40B4-BE49-F238E27FC236}">
                <a16:creationId xmlns:a16="http://schemas.microsoft.com/office/drawing/2014/main" id="{0442B6C9-C50A-49B0-A12A-ABB299EEE9F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89</a:t>
            </a:r>
          </a:p>
        </p:txBody>
      </p:sp>
      <p:sp>
        <p:nvSpPr>
          <p:cNvPr id="179" name="TextBox 179">
            <a:extLst>
              <a:ext uri="{FF2B5EF4-FFF2-40B4-BE49-F238E27FC236}">
                <a16:creationId xmlns:a16="http://schemas.microsoft.com/office/drawing/2014/main" id="{D6F23C5A-FB97-44F0-BAC6-FD45070C860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89.</a:t>
            </a:r>
          </a:p>
        </p:txBody>
      </p:sp>
      <p:sp>
        <p:nvSpPr>
          <p:cNvPr id="180" name="TextBox 180">
            <a:extLst>
              <a:ext uri="{FF2B5EF4-FFF2-40B4-BE49-F238E27FC236}">
                <a16:creationId xmlns:a16="http://schemas.microsoft.com/office/drawing/2014/main" id="{0E87D6D6-8756-4DA9-9CF8-5D3E184792F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90</a:t>
            </a:r>
          </a:p>
        </p:txBody>
      </p:sp>
      <p:sp>
        <p:nvSpPr>
          <p:cNvPr id="181" name="TextBox 181">
            <a:extLst>
              <a:ext uri="{FF2B5EF4-FFF2-40B4-BE49-F238E27FC236}">
                <a16:creationId xmlns:a16="http://schemas.microsoft.com/office/drawing/2014/main" id="{3873A3E9-3D63-4BAE-9C30-6B39341FD39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90.</a:t>
            </a:r>
          </a:p>
        </p:txBody>
      </p:sp>
      <p:sp>
        <p:nvSpPr>
          <p:cNvPr id="182" name="TextBox 182">
            <a:extLst>
              <a:ext uri="{FF2B5EF4-FFF2-40B4-BE49-F238E27FC236}">
                <a16:creationId xmlns:a16="http://schemas.microsoft.com/office/drawing/2014/main" id="{FDE925BF-7F11-4135-A431-5DC991C5C2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91</a:t>
            </a:r>
          </a:p>
        </p:txBody>
      </p:sp>
      <p:sp>
        <p:nvSpPr>
          <p:cNvPr id="183" name="TextBox 183">
            <a:extLst>
              <a:ext uri="{FF2B5EF4-FFF2-40B4-BE49-F238E27FC236}">
                <a16:creationId xmlns:a16="http://schemas.microsoft.com/office/drawing/2014/main" id="{1045F2C9-A81B-4891-B2A6-CF27BACEBC3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91.</a:t>
            </a:r>
          </a:p>
        </p:txBody>
      </p:sp>
      <p:sp>
        <p:nvSpPr>
          <p:cNvPr id="184" name="TextBox 184">
            <a:extLst>
              <a:ext uri="{FF2B5EF4-FFF2-40B4-BE49-F238E27FC236}">
                <a16:creationId xmlns:a16="http://schemas.microsoft.com/office/drawing/2014/main" id="{F32AA054-9090-4B8A-9CD1-9FBC8D6A77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92</a:t>
            </a:r>
          </a:p>
        </p:txBody>
      </p:sp>
      <p:sp>
        <p:nvSpPr>
          <p:cNvPr id="185" name="TextBox 185">
            <a:extLst>
              <a:ext uri="{FF2B5EF4-FFF2-40B4-BE49-F238E27FC236}">
                <a16:creationId xmlns:a16="http://schemas.microsoft.com/office/drawing/2014/main" id="{CEFD7C4D-5D4A-4E6E-B666-11CC475E228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92.</a:t>
            </a:r>
          </a:p>
        </p:txBody>
      </p:sp>
      <p:sp>
        <p:nvSpPr>
          <p:cNvPr id="186" name="TextBox 186">
            <a:extLst>
              <a:ext uri="{FF2B5EF4-FFF2-40B4-BE49-F238E27FC236}">
                <a16:creationId xmlns:a16="http://schemas.microsoft.com/office/drawing/2014/main" id="{5568A294-E7AF-45C2-A785-4488513A45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93</a:t>
            </a:r>
          </a:p>
        </p:txBody>
      </p:sp>
      <p:sp>
        <p:nvSpPr>
          <p:cNvPr id="187" name="TextBox 187">
            <a:extLst>
              <a:ext uri="{FF2B5EF4-FFF2-40B4-BE49-F238E27FC236}">
                <a16:creationId xmlns:a16="http://schemas.microsoft.com/office/drawing/2014/main" id="{64DA20C1-9B31-46D8-825F-696C54DC39D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93.</a:t>
            </a:r>
          </a:p>
        </p:txBody>
      </p:sp>
      <p:sp>
        <p:nvSpPr>
          <p:cNvPr id="188" name="TextBox 188">
            <a:extLst>
              <a:ext uri="{FF2B5EF4-FFF2-40B4-BE49-F238E27FC236}">
                <a16:creationId xmlns:a16="http://schemas.microsoft.com/office/drawing/2014/main" id="{D8E18A77-30EE-449B-9F67-0BDB42CFFF7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94</a:t>
            </a:r>
          </a:p>
        </p:txBody>
      </p:sp>
      <p:sp>
        <p:nvSpPr>
          <p:cNvPr id="189" name="TextBox 189">
            <a:extLst>
              <a:ext uri="{FF2B5EF4-FFF2-40B4-BE49-F238E27FC236}">
                <a16:creationId xmlns:a16="http://schemas.microsoft.com/office/drawing/2014/main" id="{EE867B44-6CE7-44B8-A903-5C5C63D764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94.</a:t>
            </a:r>
          </a:p>
        </p:txBody>
      </p:sp>
      <p:sp>
        <p:nvSpPr>
          <p:cNvPr id="190" name="TextBox 190">
            <a:extLst>
              <a:ext uri="{FF2B5EF4-FFF2-40B4-BE49-F238E27FC236}">
                <a16:creationId xmlns:a16="http://schemas.microsoft.com/office/drawing/2014/main" id="{2408D738-6061-47E1-840D-5ECA3966B19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95</a:t>
            </a:r>
          </a:p>
        </p:txBody>
      </p:sp>
      <p:sp>
        <p:nvSpPr>
          <p:cNvPr id="191" name="TextBox 191">
            <a:extLst>
              <a:ext uri="{FF2B5EF4-FFF2-40B4-BE49-F238E27FC236}">
                <a16:creationId xmlns:a16="http://schemas.microsoft.com/office/drawing/2014/main" id="{4D33D311-4430-4623-8011-267EFDB0AC7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95.</a:t>
            </a:r>
          </a:p>
        </p:txBody>
      </p:sp>
      <p:sp>
        <p:nvSpPr>
          <p:cNvPr id="192" name="TextBox 192">
            <a:extLst>
              <a:ext uri="{FF2B5EF4-FFF2-40B4-BE49-F238E27FC236}">
                <a16:creationId xmlns:a16="http://schemas.microsoft.com/office/drawing/2014/main" id="{15906624-574E-4D24-8BBF-3B1231DFD10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96</a:t>
            </a:r>
          </a:p>
        </p:txBody>
      </p:sp>
      <p:sp>
        <p:nvSpPr>
          <p:cNvPr id="193" name="TextBox 193">
            <a:extLst>
              <a:ext uri="{FF2B5EF4-FFF2-40B4-BE49-F238E27FC236}">
                <a16:creationId xmlns:a16="http://schemas.microsoft.com/office/drawing/2014/main" id="{B622F36E-339B-4B93-96B5-4BEC77048D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96.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E82439A0-3123-4216-816E-8E5596F43C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3996BCD3-0E41-4EE3-B08B-19D203FA33A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11365203-2F5F-40C4-B4FD-9386411E66A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9FCC0CED-0388-4E7C-9E8F-8769FFC389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FBD10999-6D3C-4AC6-9F84-F8392D8912A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4199A65A-B1C0-4897-BD52-4808B41FEA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1EB0086E-7157-43C8-BD05-4B185E6B423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21F368B6-35F0-4EBC-9EB8-F770B43BE0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FA64ED92-032C-4EF0-B9D2-90C57AE8186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E1EECC01-B004-41D2-A9FF-977C359BADF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6D30A73-F413-4A6B-930D-5E0BD4A2D3A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FC510C5-D68E-424F-AB5B-26B2A758816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5838DFD3-EBAF-40A3-A8F0-D84DB66AF7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AA1F2BB6-6DFA-4C84-9EFB-6CE6EEB0DF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458D6849-AC7B-4CF9-8253-D5AA24F52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56150F0C-AE03-46D8-AC5E-7C760C09C69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FA203AFF-87CC-4F1D-A7E5-352DE1125E5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3479077A-5E1A-4DCA-AF78-616E86DB5B2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268CECE2-6563-4319-8E0E-88F27A4C6AB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A0C6AA3F-197B-40EA-990D-B9FD45A46F1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FBA74959-8BA3-468A-BADC-9243BB4E0F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92ED571E-479B-4E31-ACC3-D5A05D11C1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D7BB12CD-4E10-4314-BEC8-E824165B4C3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2989E5C3-7961-4ABF-8882-BD66FB3961C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E3B32FEA-A5DA-4B0C-AF66-A3803158DBE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03343FE4-60D3-43E8-8A2A-981F900D9F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C09CE652-5316-4DBF-BDB1-E517ADDC7B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C0CEC720-8071-4A26-B2F0-D6A63453105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6921C492-2454-464C-91C4-8F876273362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DDF5E57E-7E55-4186-9970-9D46CB0D15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D794EAF1-889E-41BE-8E46-45BEE6A8C9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6CAEDF31-8550-45AB-8B7F-58B2C23B4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59315AAA-993A-4AF5-94B2-A4893A8111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7B42FF26-60C2-4493-9A3F-5EC7ACF9FA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30FE7111-E328-4959-90A6-97E6A72C1C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AD970819-B8A7-481C-A893-5B91DC4981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3B08D3E-B938-4F2F-B27C-E6E3930E56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4EE95C86-BC09-4ABE-86B1-24576758257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21FE1EC9-5218-4AD2-97E5-75C5C274BFD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3418E25E-D0EB-4EC8-8FD5-D98ADD296AC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6841C69D-564C-4AA5-B2C6-B5684777610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A4D12817-2322-4A8D-A670-4D0B5A6325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72D1E1FD-5DCB-41EC-AE76-D28776AAF97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8D54CED1-47F6-46A0-9C5D-48587A2DD1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69DD19F6-CDD4-4683-8088-8E0A213D89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32EDB2F8-20CA-4ABA-B993-F998024B01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DA49709B-072D-4C8C-ADA2-BA3508C48D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B6795E2B-2005-4C5F-9A05-841EA5FBF3C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  <p:sp>
        <p:nvSpPr>
          <p:cNvPr id="154" name="TextBox 154">
            <a:extLst>
              <a:ext uri="{FF2B5EF4-FFF2-40B4-BE49-F238E27FC236}">
                <a16:creationId xmlns:a16="http://schemas.microsoft.com/office/drawing/2014/main" id="{291952C3-4FBB-4C89-8B44-6D32BB59D3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77</a:t>
            </a:r>
          </a:p>
        </p:txBody>
      </p:sp>
      <p:sp>
        <p:nvSpPr>
          <p:cNvPr id="155" name="TextBox 155">
            <a:extLst>
              <a:ext uri="{FF2B5EF4-FFF2-40B4-BE49-F238E27FC236}">
                <a16:creationId xmlns:a16="http://schemas.microsoft.com/office/drawing/2014/main" id="{2988CA28-0E3C-4FAC-9936-BD0083C454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77.</a:t>
            </a:r>
          </a:p>
        </p:txBody>
      </p:sp>
      <p:sp>
        <p:nvSpPr>
          <p:cNvPr id="156" name="TextBox 156">
            <a:extLst>
              <a:ext uri="{FF2B5EF4-FFF2-40B4-BE49-F238E27FC236}">
                <a16:creationId xmlns:a16="http://schemas.microsoft.com/office/drawing/2014/main" id="{505CCEB2-182C-4F8B-9F88-6369FEEF25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78</a:t>
            </a:r>
          </a:p>
        </p:txBody>
      </p:sp>
      <p:sp>
        <p:nvSpPr>
          <p:cNvPr id="157" name="TextBox 157">
            <a:extLst>
              <a:ext uri="{FF2B5EF4-FFF2-40B4-BE49-F238E27FC236}">
                <a16:creationId xmlns:a16="http://schemas.microsoft.com/office/drawing/2014/main" id="{9B67A986-07D6-4BF2-A095-669FEB4910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78.</a:t>
            </a:r>
          </a:p>
        </p:txBody>
      </p:sp>
      <p:sp>
        <p:nvSpPr>
          <p:cNvPr id="158" name="TextBox 158">
            <a:extLst>
              <a:ext uri="{FF2B5EF4-FFF2-40B4-BE49-F238E27FC236}">
                <a16:creationId xmlns:a16="http://schemas.microsoft.com/office/drawing/2014/main" id="{E692A411-9DA7-4C65-812A-1684A3D2696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79</a:t>
            </a:r>
          </a:p>
        </p:txBody>
      </p:sp>
      <p:sp>
        <p:nvSpPr>
          <p:cNvPr id="159" name="TextBox 159">
            <a:extLst>
              <a:ext uri="{FF2B5EF4-FFF2-40B4-BE49-F238E27FC236}">
                <a16:creationId xmlns:a16="http://schemas.microsoft.com/office/drawing/2014/main" id="{6FB319F7-8DF7-420A-BFCF-093204CF5A9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79.</a:t>
            </a:r>
          </a:p>
        </p:txBody>
      </p:sp>
      <p:sp>
        <p:nvSpPr>
          <p:cNvPr id="160" name="TextBox 160">
            <a:extLst>
              <a:ext uri="{FF2B5EF4-FFF2-40B4-BE49-F238E27FC236}">
                <a16:creationId xmlns:a16="http://schemas.microsoft.com/office/drawing/2014/main" id="{A698C3AE-777C-4EDF-AC94-1E96F80BFE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80</a:t>
            </a:r>
          </a:p>
        </p:txBody>
      </p:sp>
      <p:sp>
        <p:nvSpPr>
          <p:cNvPr id="161" name="TextBox 161">
            <a:extLst>
              <a:ext uri="{FF2B5EF4-FFF2-40B4-BE49-F238E27FC236}">
                <a16:creationId xmlns:a16="http://schemas.microsoft.com/office/drawing/2014/main" id="{B78CA419-47B0-4E4E-B8E0-CFFF95BE3F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80.</a:t>
            </a:r>
          </a:p>
        </p:txBody>
      </p:sp>
      <p:sp>
        <p:nvSpPr>
          <p:cNvPr id="162" name="TextBox 162">
            <a:extLst>
              <a:ext uri="{FF2B5EF4-FFF2-40B4-BE49-F238E27FC236}">
                <a16:creationId xmlns:a16="http://schemas.microsoft.com/office/drawing/2014/main" id="{0D46E08E-43E9-4B2F-874C-74BB5A8A66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81</a:t>
            </a:r>
          </a:p>
        </p:txBody>
      </p:sp>
      <p:sp>
        <p:nvSpPr>
          <p:cNvPr id="163" name="TextBox 163">
            <a:extLst>
              <a:ext uri="{FF2B5EF4-FFF2-40B4-BE49-F238E27FC236}">
                <a16:creationId xmlns:a16="http://schemas.microsoft.com/office/drawing/2014/main" id="{10E71588-6CE2-4EF3-A14A-685127CE98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81.</a:t>
            </a:r>
          </a:p>
        </p:txBody>
      </p:sp>
      <p:sp>
        <p:nvSpPr>
          <p:cNvPr id="164" name="TextBox 164">
            <a:extLst>
              <a:ext uri="{FF2B5EF4-FFF2-40B4-BE49-F238E27FC236}">
                <a16:creationId xmlns:a16="http://schemas.microsoft.com/office/drawing/2014/main" id="{17B41602-B466-4A7E-AAE4-5F44D4E6129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82</a:t>
            </a:r>
          </a:p>
        </p:txBody>
      </p:sp>
      <p:sp>
        <p:nvSpPr>
          <p:cNvPr id="165" name="TextBox 165">
            <a:extLst>
              <a:ext uri="{FF2B5EF4-FFF2-40B4-BE49-F238E27FC236}">
                <a16:creationId xmlns:a16="http://schemas.microsoft.com/office/drawing/2014/main" id="{85768EA0-1896-4AE8-822E-A4B5B098DB8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82.</a:t>
            </a:r>
          </a:p>
        </p:txBody>
      </p:sp>
      <p:sp>
        <p:nvSpPr>
          <p:cNvPr id="166" name="TextBox 166">
            <a:extLst>
              <a:ext uri="{FF2B5EF4-FFF2-40B4-BE49-F238E27FC236}">
                <a16:creationId xmlns:a16="http://schemas.microsoft.com/office/drawing/2014/main" id="{A3478704-2F14-4361-825F-DEC7F5AF3E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83</a:t>
            </a:r>
          </a:p>
        </p:txBody>
      </p:sp>
      <p:sp>
        <p:nvSpPr>
          <p:cNvPr id="167" name="TextBox 167">
            <a:extLst>
              <a:ext uri="{FF2B5EF4-FFF2-40B4-BE49-F238E27FC236}">
                <a16:creationId xmlns:a16="http://schemas.microsoft.com/office/drawing/2014/main" id="{0CB60C27-D5F9-4625-88F8-A54D7891E76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83.</a:t>
            </a:r>
          </a:p>
        </p:txBody>
      </p:sp>
      <p:sp>
        <p:nvSpPr>
          <p:cNvPr id="168" name="TextBox 168">
            <a:extLst>
              <a:ext uri="{FF2B5EF4-FFF2-40B4-BE49-F238E27FC236}">
                <a16:creationId xmlns:a16="http://schemas.microsoft.com/office/drawing/2014/main" id="{48D8095F-17C8-4D4E-A6D6-3C323B970A7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84</a:t>
            </a:r>
          </a:p>
        </p:txBody>
      </p:sp>
      <p:sp>
        <p:nvSpPr>
          <p:cNvPr id="169" name="TextBox 169">
            <a:extLst>
              <a:ext uri="{FF2B5EF4-FFF2-40B4-BE49-F238E27FC236}">
                <a16:creationId xmlns:a16="http://schemas.microsoft.com/office/drawing/2014/main" id="{61F4B1E6-C1DA-4B0F-BBB9-FB96C05B7D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84.</a:t>
            </a:r>
          </a:p>
        </p:txBody>
      </p:sp>
      <p:sp>
        <p:nvSpPr>
          <p:cNvPr id="170" name="TextBox 170">
            <a:extLst>
              <a:ext uri="{FF2B5EF4-FFF2-40B4-BE49-F238E27FC236}">
                <a16:creationId xmlns:a16="http://schemas.microsoft.com/office/drawing/2014/main" id="{AB3AB826-B610-43C9-9D20-B2968C10332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85</a:t>
            </a:r>
          </a:p>
        </p:txBody>
      </p:sp>
      <p:sp>
        <p:nvSpPr>
          <p:cNvPr id="171" name="TextBox 171">
            <a:extLst>
              <a:ext uri="{FF2B5EF4-FFF2-40B4-BE49-F238E27FC236}">
                <a16:creationId xmlns:a16="http://schemas.microsoft.com/office/drawing/2014/main" id="{9A39EEAA-416A-442D-9078-BB213512AD6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85.</a:t>
            </a:r>
          </a:p>
        </p:txBody>
      </p:sp>
      <p:sp>
        <p:nvSpPr>
          <p:cNvPr id="172" name="TextBox 172">
            <a:extLst>
              <a:ext uri="{FF2B5EF4-FFF2-40B4-BE49-F238E27FC236}">
                <a16:creationId xmlns:a16="http://schemas.microsoft.com/office/drawing/2014/main" id="{2D1B74E2-807F-4C23-8392-A7A17B4D56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86</a:t>
            </a:r>
          </a:p>
        </p:txBody>
      </p:sp>
      <p:sp>
        <p:nvSpPr>
          <p:cNvPr id="173" name="TextBox 173">
            <a:extLst>
              <a:ext uri="{FF2B5EF4-FFF2-40B4-BE49-F238E27FC236}">
                <a16:creationId xmlns:a16="http://schemas.microsoft.com/office/drawing/2014/main" id="{0BB512E6-12E6-42D9-9E81-CB87932FBF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86.</a:t>
            </a:r>
          </a:p>
        </p:txBody>
      </p:sp>
      <p:sp>
        <p:nvSpPr>
          <p:cNvPr id="174" name="TextBox 174">
            <a:extLst>
              <a:ext uri="{FF2B5EF4-FFF2-40B4-BE49-F238E27FC236}">
                <a16:creationId xmlns:a16="http://schemas.microsoft.com/office/drawing/2014/main" id="{8FB0D7B2-9FB7-4FA8-94C1-8F4E8EDE0F8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87</a:t>
            </a:r>
          </a:p>
        </p:txBody>
      </p:sp>
      <p:sp>
        <p:nvSpPr>
          <p:cNvPr id="175" name="TextBox 175">
            <a:extLst>
              <a:ext uri="{FF2B5EF4-FFF2-40B4-BE49-F238E27FC236}">
                <a16:creationId xmlns:a16="http://schemas.microsoft.com/office/drawing/2014/main" id="{FD9C0F19-4AFC-4258-9816-6E9C9E46D9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87.</a:t>
            </a:r>
          </a:p>
        </p:txBody>
      </p:sp>
      <p:sp>
        <p:nvSpPr>
          <p:cNvPr id="176" name="TextBox 176">
            <a:extLst>
              <a:ext uri="{FF2B5EF4-FFF2-40B4-BE49-F238E27FC236}">
                <a16:creationId xmlns:a16="http://schemas.microsoft.com/office/drawing/2014/main" id="{C5882164-6CE2-4133-9F14-9F35064C5FE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88</a:t>
            </a:r>
          </a:p>
        </p:txBody>
      </p:sp>
      <p:sp>
        <p:nvSpPr>
          <p:cNvPr id="177" name="TextBox 177">
            <a:extLst>
              <a:ext uri="{FF2B5EF4-FFF2-40B4-BE49-F238E27FC236}">
                <a16:creationId xmlns:a16="http://schemas.microsoft.com/office/drawing/2014/main" id="{8192B62B-C355-4526-8ADE-C3AC8BF3B79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88.</a:t>
            </a:r>
          </a:p>
        </p:txBody>
      </p:sp>
      <p:sp>
        <p:nvSpPr>
          <p:cNvPr id="178" name="TextBox 178">
            <a:extLst>
              <a:ext uri="{FF2B5EF4-FFF2-40B4-BE49-F238E27FC236}">
                <a16:creationId xmlns:a16="http://schemas.microsoft.com/office/drawing/2014/main" id="{0442B6C9-C50A-49B0-A12A-ABB299EEE9F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89</a:t>
            </a:r>
          </a:p>
        </p:txBody>
      </p:sp>
      <p:sp>
        <p:nvSpPr>
          <p:cNvPr id="179" name="TextBox 179">
            <a:extLst>
              <a:ext uri="{FF2B5EF4-FFF2-40B4-BE49-F238E27FC236}">
                <a16:creationId xmlns:a16="http://schemas.microsoft.com/office/drawing/2014/main" id="{D6F23C5A-FB97-44F0-BAC6-FD45070C860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89.</a:t>
            </a:r>
          </a:p>
        </p:txBody>
      </p:sp>
      <p:sp>
        <p:nvSpPr>
          <p:cNvPr id="180" name="TextBox 180">
            <a:extLst>
              <a:ext uri="{FF2B5EF4-FFF2-40B4-BE49-F238E27FC236}">
                <a16:creationId xmlns:a16="http://schemas.microsoft.com/office/drawing/2014/main" id="{0E87D6D6-8756-4DA9-9CF8-5D3E184792F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90</a:t>
            </a:r>
          </a:p>
        </p:txBody>
      </p:sp>
      <p:sp>
        <p:nvSpPr>
          <p:cNvPr id="181" name="TextBox 181">
            <a:extLst>
              <a:ext uri="{FF2B5EF4-FFF2-40B4-BE49-F238E27FC236}">
                <a16:creationId xmlns:a16="http://schemas.microsoft.com/office/drawing/2014/main" id="{3873A3E9-3D63-4BAE-9C30-6B39341FD39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90.</a:t>
            </a:r>
          </a:p>
        </p:txBody>
      </p:sp>
      <p:sp>
        <p:nvSpPr>
          <p:cNvPr id="182" name="TextBox 182">
            <a:extLst>
              <a:ext uri="{FF2B5EF4-FFF2-40B4-BE49-F238E27FC236}">
                <a16:creationId xmlns:a16="http://schemas.microsoft.com/office/drawing/2014/main" id="{FDE925BF-7F11-4135-A431-5DC991C5C2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91</a:t>
            </a:r>
          </a:p>
        </p:txBody>
      </p:sp>
      <p:sp>
        <p:nvSpPr>
          <p:cNvPr id="183" name="TextBox 183">
            <a:extLst>
              <a:ext uri="{FF2B5EF4-FFF2-40B4-BE49-F238E27FC236}">
                <a16:creationId xmlns:a16="http://schemas.microsoft.com/office/drawing/2014/main" id="{1045F2C9-A81B-4891-B2A6-CF27BACEBC3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91.</a:t>
            </a:r>
          </a:p>
        </p:txBody>
      </p:sp>
      <p:sp>
        <p:nvSpPr>
          <p:cNvPr id="184" name="TextBox 184">
            <a:extLst>
              <a:ext uri="{FF2B5EF4-FFF2-40B4-BE49-F238E27FC236}">
                <a16:creationId xmlns:a16="http://schemas.microsoft.com/office/drawing/2014/main" id="{F32AA054-9090-4B8A-9CD1-9FBC8D6A77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92</a:t>
            </a:r>
          </a:p>
        </p:txBody>
      </p:sp>
      <p:sp>
        <p:nvSpPr>
          <p:cNvPr id="185" name="TextBox 185">
            <a:extLst>
              <a:ext uri="{FF2B5EF4-FFF2-40B4-BE49-F238E27FC236}">
                <a16:creationId xmlns:a16="http://schemas.microsoft.com/office/drawing/2014/main" id="{CEFD7C4D-5D4A-4E6E-B666-11CC475E228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92.</a:t>
            </a:r>
          </a:p>
        </p:txBody>
      </p:sp>
      <p:sp>
        <p:nvSpPr>
          <p:cNvPr id="186" name="TextBox 186">
            <a:extLst>
              <a:ext uri="{FF2B5EF4-FFF2-40B4-BE49-F238E27FC236}">
                <a16:creationId xmlns:a16="http://schemas.microsoft.com/office/drawing/2014/main" id="{5568A294-E7AF-45C2-A785-4488513A45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93</a:t>
            </a:r>
          </a:p>
        </p:txBody>
      </p:sp>
      <p:sp>
        <p:nvSpPr>
          <p:cNvPr id="187" name="TextBox 187">
            <a:extLst>
              <a:ext uri="{FF2B5EF4-FFF2-40B4-BE49-F238E27FC236}">
                <a16:creationId xmlns:a16="http://schemas.microsoft.com/office/drawing/2014/main" id="{64DA20C1-9B31-46D8-825F-696C54DC39D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93.</a:t>
            </a:r>
          </a:p>
        </p:txBody>
      </p:sp>
      <p:sp>
        <p:nvSpPr>
          <p:cNvPr id="188" name="TextBox 188">
            <a:extLst>
              <a:ext uri="{FF2B5EF4-FFF2-40B4-BE49-F238E27FC236}">
                <a16:creationId xmlns:a16="http://schemas.microsoft.com/office/drawing/2014/main" id="{D8E18A77-30EE-449B-9F67-0BDB42CFFF7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94</a:t>
            </a:r>
          </a:p>
        </p:txBody>
      </p:sp>
      <p:sp>
        <p:nvSpPr>
          <p:cNvPr id="189" name="TextBox 189">
            <a:extLst>
              <a:ext uri="{FF2B5EF4-FFF2-40B4-BE49-F238E27FC236}">
                <a16:creationId xmlns:a16="http://schemas.microsoft.com/office/drawing/2014/main" id="{EE867B44-6CE7-44B8-A903-5C5C63D764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94.</a:t>
            </a:r>
          </a:p>
        </p:txBody>
      </p:sp>
      <p:sp>
        <p:nvSpPr>
          <p:cNvPr id="190" name="TextBox 190">
            <a:extLst>
              <a:ext uri="{FF2B5EF4-FFF2-40B4-BE49-F238E27FC236}">
                <a16:creationId xmlns:a16="http://schemas.microsoft.com/office/drawing/2014/main" id="{2408D738-6061-47E1-840D-5ECA3966B19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95</a:t>
            </a:r>
          </a:p>
        </p:txBody>
      </p:sp>
      <p:sp>
        <p:nvSpPr>
          <p:cNvPr id="191" name="TextBox 191">
            <a:extLst>
              <a:ext uri="{FF2B5EF4-FFF2-40B4-BE49-F238E27FC236}">
                <a16:creationId xmlns:a16="http://schemas.microsoft.com/office/drawing/2014/main" id="{4D33D311-4430-4623-8011-267EFDB0AC7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95.</a:t>
            </a:r>
          </a:p>
        </p:txBody>
      </p:sp>
      <p:sp>
        <p:nvSpPr>
          <p:cNvPr id="192" name="TextBox 192">
            <a:extLst>
              <a:ext uri="{FF2B5EF4-FFF2-40B4-BE49-F238E27FC236}">
                <a16:creationId xmlns:a16="http://schemas.microsoft.com/office/drawing/2014/main" id="{15906624-574E-4D24-8BBF-3B1231DFD10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96</a:t>
            </a:r>
          </a:p>
        </p:txBody>
      </p:sp>
      <p:sp>
        <p:nvSpPr>
          <p:cNvPr id="193" name="TextBox 193">
            <a:extLst>
              <a:ext uri="{FF2B5EF4-FFF2-40B4-BE49-F238E27FC236}">
                <a16:creationId xmlns:a16="http://schemas.microsoft.com/office/drawing/2014/main" id="{B622F36E-339B-4B93-96B5-4BEC77048D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96.</a:t>
            </a:r>
          </a:p>
        </p:txBody>
      </p:sp>
      <p:sp>
        <p:nvSpPr>
          <p:cNvPr id="194" name="TextBox 194">
            <a:extLst>
              <a:ext uri="{FF2B5EF4-FFF2-40B4-BE49-F238E27FC236}">
                <a16:creationId xmlns:a16="http://schemas.microsoft.com/office/drawing/2014/main" id="{CEF03D50-3554-4FE6-8106-7296A531894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97</a:t>
            </a:r>
          </a:p>
        </p:txBody>
      </p:sp>
      <p:sp>
        <p:nvSpPr>
          <p:cNvPr id="195" name="TextBox 195">
            <a:extLst>
              <a:ext uri="{FF2B5EF4-FFF2-40B4-BE49-F238E27FC236}">
                <a16:creationId xmlns:a16="http://schemas.microsoft.com/office/drawing/2014/main" id="{737F24A4-65A3-4097-8315-16BC1BB6E8A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97.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E82439A0-3123-4216-816E-8E5596F43C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3996BCD3-0E41-4EE3-B08B-19D203FA33A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11365203-2F5F-40C4-B4FD-9386411E66A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9FCC0CED-0388-4E7C-9E8F-8769FFC389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FBD10999-6D3C-4AC6-9F84-F8392D8912A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4199A65A-B1C0-4897-BD52-4808B41FEA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1EB0086E-7157-43C8-BD05-4B185E6B423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21F368B6-35F0-4EBC-9EB8-F770B43BE0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FA64ED92-032C-4EF0-B9D2-90C57AE8186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E1EECC01-B004-41D2-A9FF-977C359BADF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6D30A73-F413-4A6B-930D-5E0BD4A2D3A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FC510C5-D68E-424F-AB5B-26B2A758816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5838DFD3-EBAF-40A3-A8F0-D84DB66AF7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AA1F2BB6-6DFA-4C84-9EFB-6CE6EEB0DF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458D6849-AC7B-4CF9-8253-D5AA24F52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56150F0C-AE03-46D8-AC5E-7C760C09C69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FA203AFF-87CC-4F1D-A7E5-352DE1125E5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3479077A-5E1A-4DCA-AF78-616E86DB5B2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268CECE2-6563-4319-8E0E-88F27A4C6AB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A0C6AA3F-197B-40EA-990D-B9FD45A46F1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FBA74959-8BA3-468A-BADC-9243BB4E0F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92ED571E-479B-4E31-ACC3-D5A05D11C1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D7BB12CD-4E10-4314-BEC8-E824165B4C3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2989E5C3-7961-4ABF-8882-BD66FB3961C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E3B32FEA-A5DA-4B0C-AF66-A3803158DBE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03343FE4-60D3-43E8-8A2A-981F900D9F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C09CE652-5316-4DBF-BDB1-E517ADDC7B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C0CEC720-8071-4A26-B2F0-D6A63453105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6921C492-2454-464C-91C4-8F876273362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DDF5E57E-7E55-4186-9970-9D46CB0D15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D794EAF1-889E-41BE-8E46-45BEE6A8C9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6CAEDF31-8550-45AB-8B7F-58B2C23B4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59315AAA-993A-4AF5-94B2-A4893A8111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7B42FF26-60C2-4493-9A3F-5EC7ACF9FA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30FE7111-E328-4959-90A6-97E6A72C1C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AD970819-B8A7-481C-A893-5B91DC4981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3B08D3E-B938-4F2F-B27C-E6E3930E56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4EE95C86-BC09-4ABE-86B1-24576758257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21FE1EC9-5218-4AD2-97E5-75C5C274BFD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3418E25E-D0EB-4EC8-8FD5-D98ADD296AC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6841C69D-564C-4AA5-B2C6-B5684777610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A4D12817-2322-4A8D-A670-4D0B5A6325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72D1E1FD-5DCB-41EC-AE76-D28776AAF97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8D54CED1-47F6-46A0-9C5D-48587A2DD1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69DD19F6-CDD4-4683-8088-8E0A213D89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32EDB2F8-20CA-4ABA-B993-F998024B01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DA49709B-072D-4C8C-ADA2-BA3508C48D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B6795E2B-2005-4C5F-9A05-841EA5FBF3C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  <p:sp>
        <p:nvSpPr>
          <p:cNvPr id="154" name="TextBox 154">
            <a:extLst>
              <a:ext uri="{FF2B5EF4-FFF2-40B4-BE49-F238E27FC236}">
                <a16:creationId xmlns:a16="http://schemas.microsoft.com/office/drawing/2014/main" id="{291952C3-4FBB-4C89-8B44-6D32BB59D3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77</a:t>
            </a:r>
          </a:p>
        </p:txBody>
      </p:sp>
      <p:sp>
        <p:nvSpPr>
          <p:cNvPr id="155" name="TextBox 155">
            <a:extLst>
              <a:ext uri="{FF2B5EF4-FFF2-40B4-BE49-F238E27FC236}">
                <a16:creationId xmlns:a16="http://schemas.microsoft.com/office/drawing/2014/main" id="{2988CA28-0E3C-4FAC-9936-BD0083C454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77.</a:t>
            </a:r>
          </a:p>
        </p:txBody>
      </p:sp>
      <p:sp>
        <p:nvSpPr>
          <p:cNvPr id="156" name="TextBox 156">
            <a:extLst>
              <a:ext uri="{FF2B5EF4-FFF2-40B4-BE49-F238E27FC236}">
                <a16:creationId xmlns:a16="http://schemas.microsoft.com/office/drawing/2014/main" id="{505CCEB2-182C-4F8B-9F88-6369FEEF25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78</a:t>
            </a:r>
          </a:p>
        </p:txBody>
      </p:sp>
      <p:sp>
        <p:nvSpPr>
          <p:cNvPr id="157" name="TextBox 157">
            <a:extLst>
              <a:ext uri="{FF2B5EF4-FFF2-40B4-BE49-F238E27FC236}">
                <a16:creationId xmlns:a16="http://schemas.microsoft.com/office/drawing/2014/main" id="{9B67A986-07D6-4BF2-A095-669FEB4910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78.</a:t>
            </a:r>
          </a:p>
        </p:txBody>
      </p:sp>
      <p:sp>
        <p:nvSpPr>
          <p:cNvPr id="158" name="TextBox 158">
            <a:extLst>
              <a:ext uri="{FF2B5EF4-FFF2-40B4-BE49-F238E27FC236}">
                <a16:creationId xmlns:a16="http://schemas.microsoft.com/office/drawing/2014/main" id="{E692A411-9DA7-4C65-812A-1684A3D2696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79</a:t>
            </a:r>
          </a:p>
        </p:txBody>
      </p:sp>
      <p:sp>
        <p:nvSpPr>
          <p:cNvPr id="159" name="TextBox 159">
            <a:extLst>
              <a:ext uri="{FF2B5EF4-FFF2-40B4-BE49-F238E27FC236}">
                <a16:creationId xmlns:a16="http://schemas.microsoft.com/office/drawing/2014/main" id="{6FB319F7-8DF7-420A-BFCF-093204CF5A9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79.</a:t>
            </a:r>
          </a:p>
        </p:txBody>
      </p:sp>
      <p:sp>
        <p:nvSpPr>
          <p:cNvPr id="160" name="TextBox 160">
            <a:extLst>
              <a:ext uri="{FF2B5EF4-FFF2-40B4-BE49-F238E27FC236}">
                <a16:creationId xmlns:a16="http://schemas.microsoft.com/office/drawing/2014/main" id="{A698C3AE-777C-4EDF-AC94-1E96F80BFE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80</a:t>
            </a:r>
          </a:p>
        </p:txBody>
      </p:sp>
      <p:sp>
        <p:nvSpPr>
          <p:cNvPr id="161" name="TextBox 161">
            <a:extLst>
              <a:ext uri="{FF2B5EF4-FFF2-40B4-BE49-F238E27FC236}">
                <a16:creationId xmlns:a16="http://schemas.microsoft.com/office/drawing/2014/main" id="{B78CA419-47B0-4E4E-B8E0-CFFF95BE3F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80.</a:t>
            </a:r>
          </a:p>
        </p:txBody>
      </p:sp>
      <p:sp>
        <p:nvSpPr>
          <p:cNvPr id="162" name="TextBox 162">
            <a:extLst>
              <a:ext uri="{FF2B5EF4-FFF2-40B4-BE49-F238E27FC236}">
                <a16:creationId xmlns:a16="http://schemas.microsoft.com/office/drawing/2014/main" id="{0D46E08E-43E9-4B2F-874C-74BB5A8A66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81</a:t>
            </a:r>
          </a:p>
        </p:txBody>
      </p:sp>
      <p:sp>
        <p:nvSpPr>
          <p:cNvPr id="163" name="TextBox 163">
            <a:extLst>
              <a:ext uri="{FF2B5EF4-FFF2-40B4-BE49-F238E27FC236}">
                <a16:creationId xmlns:a16="http://schemas.microsoft.com/office/drawing/2014/main" id="{10E71588-6CE2-4EF3-A14A-685127CE98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81.</a:t>
            </a:r>
          </a:p>
        </p:txBody>
      </p:sp>
      <p:sp>
        <p:nvSpPr>
          <p:cNvPr id="164" name="TextBox 164">
            <a:extLst>
              <a:ext uri="{FF2B5EF4-FFF2-40B4-BE49-F238E27FC236}">
                <a16:creationId xmlns:a16="http://schemas.microsoft.com/office/drawing/2014/main" id="{17B41602-B466-4A7E-AAE4-5F44D4E6129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82</a:t>
            </a:r>
          </a:p>
        </p:txBody>
      </p:sp>
      <p:sp>
        <p:nvSpPr>
          <p:cNvPr id="165" name="TextBox 165">
            <a:extLst>
              <a:ext uri="{FF2B5EF4-FFF2-40B4-BE49-F238E27FC236}">
                <a16:creationId xmlns:a16="http://schemas.microsoft.com/office/drawing/2014/main" id="{85768EA0-1896-4AE8-822E-A4B5B098DB8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82.</a:t>
            </a:r>
          </a:p>
        </p:txBody>
      </p:sp>
      <p:sp>
        <p:nvSpPr>
          <p:cNvPr id="166" name="TextBox 166">
            <a:extLst>
              <a:ext uri="{FF2B5EF4-FFF2-40B4-BE49-F238E27FC236}">
                <a16:creationId xmlns:a16="http://schemas.microsoft.com/office/drawing/2014/main" id="{A3478704-2F14-4361-825F-DEC7F5AF3E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83</a:t>
            </a:r>
          </a:p>
        </p:txBody>
      </p:sp>
      <p:sp>
        <p:nvSpPr>
          <p:cNvPr id="167" name="TextBox 167">
            <a:extLst>
              <a:ext uri="{FF2B5EF4-FFF2-40B4-BE49-F238E27FC236}">
                <a16:creationId xmlns:a16="http://schemas.microsoft.com/office/drawing/2014/main" id="{0CB60C27-D5F9-4625-88F8-A54D7891E76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83.</a:t>
            </a:r>
          </a:p>
        </p:txBody>
      </p:sp>
      <p:sp>
        <p:nvSpPr>
          <p:cNvPr id="168" name="TextBox 168">
            <a:extLst>
              <a:ext uri="{FF2B5EF4-FFF2-40B4-BE49-F238E27FC236}">
                <a16:creationId xmlns:a16="http://schemas.microsoft.com/office/drawing/2014/main" id="{48D8095F-17C8-4D4E-A6D6-3C323B970A7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84</a:t>
            </a:r>
          </a:p>
        </p:txBody>
      </p:sp>
      <p:sp>
        <p:nvSpPr>
          <p:cNvPr id="169" name="TextBox 169">
            <a:extLst>
              <a:ext uri="{FF2B5EF4-FFF2-40B4-BE49-F238E27FC236}">
                <a16:creationId xmlns:a16="http://schemas.microsoft.com/office/drawing/2014/main" id="{61F4B1E6-C1DA-4B0F-BBB9-FB96C05B7D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84.</a:t>
            </a:r>
          </a:p>
        </p:txBody>
      </p:sp>
      <p:sp>
        <p:nvSpPr>
          <p:cNvPr id="170" name="TextBox 170">
            <a:extLst>
              <a:ext uri="{FF2B5EF4-FFF2-40B4-BE49-F238E27FC236}">
                <a16:creationId xmlns:a16="http://schemas.microsoft.com/office/drawing/2014/main" id="{AB3AB826-B610-43C9-9D20-B2968C10332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85</a:t>
            </a:r>
          </a:p>
        </p:txBody>
      </p:sp>
      <p:sp>
        <p:nvSpPr>
          <p:cNvPr id="171" name="TextBox 171">
            <a:extLst>
              <a:ext uri="{FF2B5EF4-FFF2-40B4-BE49-F238E27FC236}">
                <a16:creationId xmlns:a16="http://schemas.microsoft.com/office/drawing/2014/main" id="{9A39EEAA-416A-442D-9078-BB213512AD6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85.</a:t>
            </a:r>
          </a:p>
        </p:txBody>
      </p:sp>
      <p:sp>
        <p:nvSpPr>
          <p:cNvPr id="172" name="TextBox 172">
            <a:extLst>
              <a:ext uri="{FF2B5EF4-FFF2-40B4-BE49-F238E27FC236}">
                <a16:creationId xmlns:a16="http://schemas.microsoft.com/office/drawing/2014/main" id="{2D1B74E2-807F-4C23-8392-A7A17B4D56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86</a:t>
            </a:r>
          </a:p>
        </p:txBody>
      </p:sp>
      <p:sp>
        <p:nvSpPr>
          <p:cNvPr id="173" name="TextBox 173">
            <a:extLst>
              <a:ext uri="{FF2B5EF4-FFF2-40B4-BE49-F238E27FC236}">
                <a16:creationId xmlns:a16="http://schemas.microsoft.com/office/drawing/2014/main" id="{0BB512E6-12E6-42D9-9E81-CB87932FBF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86.</a:t>
            </a:r>
          </a:p>
        </p:txBody>
      </p:sp>
      <p:sp>
        <p:nvSpPr>
          <p:cNvPr id="174" name="TextBox 174">
            <a:extLst>
              <a:ext uri="{FF2B5EF4-FFF2-40B4-BE49-F238E27FC236}">
                <a16:creationId xmlns:a16="http://schemas.microsoft.com/office/drawing/2014/main" id="{8FB0D7B2-9FB7-4FA8-94C1-8F4E8EDE0F8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87</a:t>
            </a:r>
          </a:p>
        </p:txBody>
      </p:sp>
      <p:sp>
        <p:nvSpPr>
          <p:cNvPr id="175" name="TextBox 175">
            <a:extLst>
              <a:ext uri="{FF2B5EF4-FFF2-40B4-BE49-F238E27FC236}">
                <a16:creationId xmlns:a16="http://schemas.microsoft.com/office/drawing/2014/main" id="{FD9C0F19-4AFC-4258-9816-6E9C9E46D9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87.</a:t>
            </a:r>
          </a:p>
        </p:txBody>
      </p:sp>
      <p:sp>
        <p:nvSpPr>
          <p:cNvPr id="176" name="TextBox 176">
            <a:extLst>
              <a:ext uri="{FF2B5EF4-FFF2-40B4-BE49-F238E27FC236}">
                <a16:creationId xmlns:a16="http://schemas.microsoft.com/office/drawing/2014/main" id="{C5882164-6CE2-4133-9F14-9F35064C5FE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88</a:t>
            </a:r>
          </a:p>
        </p:txBody>
      </p:sp>
      <p:sp>
        <p:nvSpPr>
          <p:cNvPr id="177" name="TextBox 177">
            <a:extLst>
              <a:ext uri="{FF2B5EF4-FFF2-40B4-BE49-F238E27FC236}">
                <a16:creationId xmlns:a16="http://schemas.microsoft.com/office/drawing/2014/main" id="{8192B62B-C355-4526-8ADE-C3AC8BF3B79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88.</a:t>
            </a:r>
          </a:p>
        </p:txBody>
      </p:sp>
      <p:sp>
        <p:nvSpPr>
          <p:cNvPr id="178" name="TextBox 178">
            <a:extLst>
              <a:ext uri="{FF2B5EF4-FFF2-40B4-BE49-F238E27FC236}">
                <a16:creationId xmlns:a16="http://schemas.microsoft.com/office/drawing/2014/main" id="{0442B6C9-C50A-49B0-A12A-ABB299EEE9F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89</a:t>
            </a:r>
          </a:p>
        </p:txBody>
      </p:sp>
      <p:sp>
        <p:nvSpPr>
          <p:cNvPr id="179" name="TextBox 179">
            <a:extLst>
              <a:ext uri="{FF2B5EF4-FFF2-40B4-BE49-F238E27FC236}">
                <a16:creationId xmlns:a16="http://schemas.microsoft.com/office/drawing/2014/main" id="{D6F23C5A-FB97-44F0-BAC6-FD45070C860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89.</a:t>
            </a:r>
          </a:p>
        </p:txBody>
      </p:sp>
      <p:sp>
        <p:nvSpPr>
          <p:cNvPr id="180" name="TextBox 180">
            <a:extLst>
              <a:ext uri="{FF2B5EF4-FFF2-40B4-BE49-F238E27FC236}">
                <a16:creationId xmlns:a16="http://schemas.microsoft.com/office/drawing/2014/main" id="{0E87D6D6-8756-4DA9-9CF8-5D3E184792F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90</a:t>
            </a:r>
          </a:p>
        </p:txBody>
      </p:sp>
      <p:sp>
        <p:nvSpPr>
          <p:cNvPr id="181" name="TextBox 181">
            <a:extLst>
              <a:ext uri="{FF2B5EF4-FFF2-40B4-BE49-F238E27FC236}">
                <a16:creationId xmlns:a16="http://schemas.microsoft.com/office/drawing/2014/main" id="{3873A3E9-3D63-4BAE-9C30-6B39341FD39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90.</a:t>
            </a:r>
          </a:p>
        </p:txBody>
      </p:sp>
      <p:sp>
        <p:nvSpPr>
          <p:cNvPr id="182" name="TextBox 182">
            <a:extLst>
              <a:ext uri="{FF2B5EF4-FFF2-40B4-BE49-F238E27FC236}">
                <a16:creationId xmlns:a16="http://schemas.microsoft.com/office/drawing/2014/main" id="{FDE925BF-7F11-4135-A431-5DC991C5C2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91</a:t>
            </a:r>
          </a:p>
        </p:txBody>
      </p:sp>
      <p:sp>
        <p:nvSpPr>
          <p:cNvPr id="183" name="TextBox 183">
            <a:extLst>
              <a:ext uri="{FF2B5EF4-FFF2-40B4-BE49-F238E27FC236}">
                <a16:creationId xmlns:a16="http://schemas.microsoft.com/office/drawing/2014/main" id="{1045F2C9-A81B-4891-B2A6-CF27BACEBC3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91.</a:t>
            </a:r>
          </a:p>
        </p:txBody>
      </p:sp>
      <p:sp>
        <p:nvSpPr>
          <p:cNvPr id="184" name="TextBox 184">
            <a:extLst>
              <a:ext uri="{FF2B5EF4-FFF2-40B4-BE49-F238E27FC236}">
                <a16:creationId xmlns:a16="http://schemas.microsoft.com/office/drawing/2014/main" id="{F32AA054-9090-4B8A-9CD1-9FBC8D6A77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92</a:t>
            </a:r>
          </a:p>
        </p:txBody>
      </p:sp>
      <p:sp>
        <p:nvSpPr>
          <p:cNvPr id="185" name="TextBox 185">
            <a:extLst>
              <a:ext uri="{FF2B5EF4-FFF2-40B4-BE49-F238E27FC236}">
                <a16:creationId xmlns:a16="http://schemas.microsoft.com/office/drawing/2014/main" id="{CEFD7C4D-5D4A-4E6E-B666-11CC475E228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92.</a:t>
            </a:r>
          </a:p>
        </p:txBody>
      </p:sp>
      <p:sp>
        <p:nvSpPr>
          <p:cNvPr id="186" name="TextBox 186">
            <a:extLst>
              <a:ext uri="{FF2B5EF4-FFF2-40B4-BE49-F238E27FC236}">
                <a16:creationId xmlns:a16="http://schemas.microsoft.com/office/drawing/2014/main" id="{5568A294-E7AF-45C2-A785-4488513A45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93</a:t>
            </a:r>
          </a:p>
        </p:txBody>
      </p:sp>
      <p:sp>
        <p:nvSpPr>
          <p:cNvPr id="187" name="TextBox 187">
            <a:extLst>
              <a:ext uri="{FF2B5EF4-FFF2-40B4-BE49-F238E27FC236}">
                <a16:creationId xmlns:a16="http://schemas.microsoft.com/office/drawing/2014/main" id="{64DA20C1-9B31-46D8-825F-696C54DC39D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93.</a:t>
            </a:r>
          </a:p>
        </p:txBody>
      </p:sp>
      <p:sp>
        <p:nvSpPr>
          <p:cNvPr id="188" name="TextBox 188">
            <a:extLst>
              <a:ext uri="{FF2B5EF4-FFF2-40B4-BE49-F238E27FC236}">
                <a16:creationId xmlns:a16="http://schemas.microsoft.com/office/drawing/2014/main" id="{D8E18A77-30EE-449B-9F67-0BDB42CFFF7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94</a:t>
            </a:r>
          </a:p>
        </p:txBody>
      </p:sp>
      <p:sp>
        <p:nvSpPr>
          <p:cNvPr id="189" name="TextBox 189">
            <a:extLst>
              <a:ext uri="{FF2B5EF4-FFF2-40B4-BE49-F238E27FC236}">
                <a16:creationId xmlns:a16="http://schemas.microsoft.com/office/drawing/2014/main" id="{EE867B44-6CE7-44B8-A903-5C5C63D764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94.</a:t>
            </a:r>
          </a:p>
        </p:txBody>
      </p:sp>
      <p:sp>
        <p:nvSpPr>
          <p:cNvPr id="190" name="TextBox 190">
            <a:extLst>
              <a:ext uri="{FF2B5EF4-FFF2-40B4-BE49-F238E27FC236}">
                <a16:creationId xmlns:a16="http://schemas.microsoft.com/office/drawing/2014/main" id="{2408D738-6061-47E1-840D-5ECA3966B19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95</a:t>
            </a:r>
          </a:p>
        </p:txBody>
      </p:sp>
      <p:sp>
        <p:nvSpPr>
          <p:cNvPr id="191" name="TextBox 191">
            <a:extLst>
              <a:ext uri="{FF2B5EF4-FFF2-40B4-BE49-F238E27FC236}">
                <a16:creationId xmlns:a16="http://schemas.microsoft.com/office/drawing/2014/main" id="{4D33D311-4430-4623-8011-267EFDB0AC7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95.</a:t>
            </a:r>
          </a:p>
        </p:txBody>
      </p:sp>
      <p:sp>
        <p:nvSpPr>
          <p:cNvPr id="192" name="TextBox 192">
            <a:extLst>
              <a:ext uri="{FF2B5EF4-FFF2-40B4-BE49-F238E27FC236}">
                <a16:creationId xmlns:a16="http://schemas.microsoft.com/office/drawing/2014/main" id="{15906624-574E-4D24-8BBF-3B1231DFD10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96</a:t>
            </a:r>
          </a:p>
        </p:txBody>
      </p:sp>
      <p:sp>
        <p:nvSpPr>
          <p:cNvPr id="193" name="TextBox 193">
            <a:extLst>
              <a:ext uri="{FF2B5EF4-FFF2-40B4-BE49-F238E27FC236}">
                <a16:creationId xmlns:a16="http://schemas.microsoft.com/office/drawing/2014/main" id="{B622F36E-339B-4B93-96B5-4BEC77048D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96.</a:t>
            </a:r>
          </a:p>
        </p:txBody>
      </p:sp>
      <p:sp>
        <p:nvSpPr>
          <p:cNvPr id="194" name="TextBox 194">
            <a:extLst>
              <a:ext uri="{FF2B5EF4-FFF2-40B4-BE49-F238E27FC236}">
                <a16:creationId xmlns:a16="http://schemas.microsoft.com/office/drawing/2014/main" id="{CEF03D50-3554-4FE6-8106-7296A531894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97</a:t>
            </a:r>
          </a:p>
        </p:txBody>
      </p:sp>
      <p:sp>
        <p:nvSpPr>
          <p:cNvPr id="195" name="TextBox 195">
            <a:extLst>
              <a:ext uri="{FF2B5EF4-FFF2-40B4-BE49-F238E27FC236}">
                <a16:creationId xmlns:a16="http://schemas.microsoft.com/office/drawing/2014/main" id="{737F24A4-65A3-4097-8315-16BC1BB6E8A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97.</a:t>
            </a:r>
          </a:p>
        </p:txBody>
      </p:sp>
      <p:sp>
        <p:nvSpPr>
          <p:cNvPr id="196" name="TextBox 196">
            <a:extLst>
              <a:ext uri="{FF2B5EF4-FFF2-40B4-BE49-F238E27FC236}">
                <a16:creationId xmlns:a16="http://schemas.microsoft.com/office/drawing/2014/main" id="{C4D5A7A1-DC81-4899-A61E-D6708BCD93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98</a:t>
            </a:r>
          </a:p>
        </p:txBody>
      </p:sp>
      <p:sp>
        <p:nvSpPr>
          <p:cNvPr id="197" name="TextBox 197">
            <a:extLst>
              <a:ext uri="{FF2B5EF4-FFF2-40B4-BE49-F238E27FC236}">
                <a16:creationId xmlns:a16="http://schemas.microsoft.com/office/drawing/2014/main" id="{9E07BDB4-5C72-4C66-94F2-8BD0ADF422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98.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E82439A0-3123-4216-816E-8E5596F43C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3996BCD3-0E41-4EE3-B08B-19D203FA33A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11365203-2F5F-40C4-B4FD-9386411E66A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9FCC0CED-0388-4E7C-9E8F-8769FFC389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FBD10999-6D3C-4AC6-9F84-F8392D8912A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4199A65A-B1C0-4897-BD52-4808B41FEA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1EB0086E-7157-43C8-BD05-4B185E6B423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21F368B6-35F0-4EBC-9EB8-F770B43BE0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FA64ED92-032C-4EF0-B9D2-90C57AE8186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E1EECC01-B004-41D2-A9FF-977C359BADF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6D30A73-F413-4A6B-930D-5E0BD4A2D3A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FC510C5-D68E-424F-AB5B-26B2A758816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5838DFD3-EBAF-40A3-A8F0-D84DB66AF7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AA1F2BB6-6DFA-4C84-9EFB-6CE6EEB0DF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458D6849-AC7B-4CF9-8253-D5AA24F52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56150F0C-AE03-46D8-AC5E-7C760C09C69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FA203AFF-87CC-4F1D-A7E5-352DE1125E5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3479077A-5E1A-4DCA-AF78-616E86DB5B2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268CECE2-6563-4319-8E0E-88F27A4C6AB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A0C6AA3F-197B-40EA-990D-B9FD45A46F1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FBA74959-8BA3-468A-BADC-9243BB4E0F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92ED571E-479B-4E31-ACC3-D5A05D11C1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D7BB12CD-4E10-4314-BEC8-E824165B4C3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2989E5C3-7961-4ABF-8882-BD66FB3961C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E3B32FEA-A5DA-4B0C-AF66-A3803158DBE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03343FE4-60D3-43E8-8A2A-981F900D9F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C09CE652-5316-4DBF-BDB1-E517ADDC7B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C0CEC720-8071-4A26-B2F0-D6A63453105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6921C492-2454-464C-91C4-8F876273362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DDF5E57E-7E55-4186-9970-9D46CB0D15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D794EAF1-889E-41BE-8E46-45BEE6A8C9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6CAEDF31-8550-45AB-8B7F-58B2C23B4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59315AAA-993A-4AF5-94B2-A4893A8111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7B42FF26-60C2-4493-9A3F-5EC7ACF9FA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30FE7111-E328-4959-90A6-97E6A72C1C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AD970819-B8A7-481C-A893-5B91DC4981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3B08D3E-B938-4F2F-B27C-E6E3930E56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4EE95C86-BC09-4ABE-86B1-24576758257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21FE1EC9-5218-4AD2-97E5-75C5C274BFD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3418E25E-D0EB-4EC8-8FD5-D98ADD296AC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6841C69D-564C-4AA5-B2C6-B5684777610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A4D12817-2322-4A8D-A670-4D0B5A6325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72D1E1FD-5DCB-41EC-AE76-D28776AAF97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8D54CED1-47F6-46A0-9C5D-48587A2DD1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69DD19F6-CDD4-4683-8088-8E0A213D89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32EDB2F8-20CA-4ABA-B993-F998024B01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DA49709B-072D-4C8C-ADA2-BA3508C48D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B6795E2B-2005-4C5F-9A05-841EA5FBF3C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  <p:sp>
        <p:nvSpPr>
          <p:cNvPr id="154" name="TextBox 154">
            <a:extLst>
              <a:ext uri="{FF2B5EF4-FFF2-40B4-BE49-F238E27FC236}">
                <a16:creationId xmlns:a16="http://schemas.microsoft.com/office/drawing/2014/main" id="{291952C3-4FBB-4C89-8B44-6D32BB59D3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77</a:t>
            </a:r>
          </a:p>
        </p:txBody>
      </p:sp>
      <p:sp>
        <p:nvSpPr>
          <p:cNvPr id="155" name="TextBox 155">
            <a:extLst>
              <a:ext uri="{FF2B5EF4-FFF2-40B4-BE49-F238E27FC236}">
                <a16:creationId xmlns:a16="http://schemas.microsoft.com/office/drawing/2014/main" id="{2988CA28-0E3C-4FAC-9936-BD0083C454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77.</a:t>
            </a:r>
          </a:p>
        </p:txBody>
      </p:sp>
      <p:sp>
        <p:nvSpPr>
          <p:cNvPr id="156" name="TextBox 156">
            <a:extLst>
              <a:ext uri="{FF2B5EF4-FFF2-40B4-BE49-F238E27FC236}">
                <a16:creationId xmlns:a16="http://schemas.microsoft.com/office/drawing/2014/main" id="{505CCEB2-182C-4F8B-9F88-6369FEEF25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78</a:t>
            </a:r>
          </a:p>
        </p:txBody>
      </p:sp>
      <p:sp>
        <p:nvSpPr>
          <p:cNvPr id="157" name="TextBox 157">
            <a:extLst>
              <a:ext uri="{FF2B5EF4-FFF2-40B4-BE49-F238E27FC236}">
                <a16:creationId xmlns:a16="http://schemas.microsoft.com/office/drawing/2014/main" id="{9B67A986-07D6-4BF2-A095-669FEB4910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78.</a:t>
            </a:r>
          </a:p>
        </p:txBody>
      </p:sp>
      <p:sp>
        <p:nvSpPr>
          <p:cNvPr id="158" name="TextBox 158">
            <a:extLst>
              <a:ext uri="{FF2B5EF4-FFF2-40B4-BE49-F238E27FC236}">
                <a16:creationId xmlns:a16="http://schemas.microsoft.com/office/drawing/2014/main" id="{E692A411-9DA7-4C65-812A-1684A3D2696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79</a:t>
            </a:r>
          </a:p>
        </p:txBody>
      </p:sp>
      <p:sp>
        <p:nvSpPr>
          <p:cNvPr id="159" name="TextBox 159">
            <a:extLst>
              <a:ext uri="{FF2B5EF4-FFF2-40B4-BE49-F238E27FC236}">
                <a16:creationId xmlns:a16="http://schemas.microsoft.com/office/drawing/2014/main" id="{6FB319F7-8DF7-420A-BFCF-093204CF5A9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79.</a:t>
            </a:r>
          </a:p>
        </p:txBody>
      </p:sp>
      <p:sp>
        <p:nvSpPr>
          <p:cNvPr id="160" name="TextBox 160">
            <a:extLst>
              <a:ext uri="{FF2B5EF4-FFF2-40B4-BE49-F238E27FC236}">
                <a16:creationId xmlns:a16="http://schemas.microsoft.com/office/drawing/2014/main" id="{A698C3AE-777C-4EDF-AC94-1E96F80BFE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80</a:t>
            </a:r>
          </a:p>
        </p:txBody>
      </p:sp>
      <p:sp>
        <p:nvSpPr>
          <p:cNvPr id="161" name="TextBox 161">
            <a:extLst>
              <a:ext uri="{FF2B5EF4-FFF2-40B4-BE49-F238E27FC236}">
                <a16:creationId xmlns:a16="http://schemas.microsoft.com/office/drawing/2014/main" id="{B78CA419-47B0-4E4E-B8E0-CFFF95BE3F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80.</a:t>
            </a:r>
          </a:p>
        </p:txBody>
      </p:sp>
      <p:sp>
        <p:nvSpPr>
          <p:cNvPr id="162" name="TextBox 162">
            <a:extLst>
              <a:ext uri="{FF2B5EF4-FFF2-40B4-BE49-F238E27FC236}">
                <a16:creationId xmlns:a16="http://schemas.microsoft.com/office/drawing/2014/main" id="{0D46E08E-43E9-4B2F-874C-74BB5A8A66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81</a:t>
            </a:r>
          </a:p>
        </p:txBody>
      </p:sp>
      <p:sp>
        <p:nvSpPr>
          <p:cNvPr id="163" name="TextBox 163">
            <a:extLst>
              <a:ext uri="{FF2B5EF4-FFF2-40B4-BE49-F238E27FC236}">
                <a16:creationId xmlns:a16="http://schemas.microsoft.com/office/drawing/2014/main" id="{10E71588-6CE2-4EF3-A14A-685127CE98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81.</a:t>
            </a:r>
          </a:p>
        </p:txBody>
      </p:sp>
      <p:sp>
        <p:nvSpPr>
          <p:cNvPr id="164" name="TextBox 164">
            <a:extLst>
              <a:ext uri="{FF2B5EF4-FFF2-40B4-BE49-F238E27FC236}">
                <a16:creationId xmlns:a16="http://schemas.microsoft.com/office/drawing/2014/main" id="{17B41602-B466-4A7E-AAE4-5F44D4E6129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82</a:t>
            </a:r>
          </a:p>
        </p:txBody>
      </p:sp>
      <p:sp>
        <p:nvSpPr>
          <p:cNvPr id="165" name="TextBox 165">
            <a:extLst>
              <a:ext uri="{FF2B5EF4-FFF2-40B4-BE49-F238E27FC236}">
                <a16:creationId xmlns:a16="http://schemas.microsoft.com/office/drawing/2014/main" id="{85768EA0-1896-4AE8-822E-A4B5B098DB8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82.</a:t>
            </a:r>
          </a:p>
        </p:txBody>
      </p:sp>
      <p:sp>
        <p:nvSpPr>
          <p:cNvPr id="166" name="TextBox 166">
            <a:extLst>
              <a:ext uri="{FF2B5EF4-FFF2-40B4-BE49-F238E27FC236}">
                <a16:creationId xmlns:a16="http://schemas.microsoft.com/office/drawing/2014/main" id="{A3478704-2F14-4361-825F-DEC7F5AF3E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83</a:t>
            </a:r>
          </a:p>
        </p:txBody>
      </p:sp>
      <p:sp>
        <p:nvSpPr>
          <p:cNvPr id="167" name="TextBox 167">
            <a:extLst>
              <a:ext uri="{FF2B5EF4-FFF2-40B4-BE49-F238E27FC236}">
                <a16:creationId xmlns:a16="http://schemas.microsoft.com/office/drawing/2014/main" id="{0CB60C27-D5F9-4625-88F8-A54D7891E76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83.</a:t>
            </a:r>
          </a:p>
        </p:txBody>
      </p:sp>
      <p:sp>
        <p:nvSpPr>
          <p:cNvPr id="168" name="TextBox 168">
            <a:extLst>
              <a:ext uri="{FF2B5EF4-FFF2-40B4-BE49-F238E27FC236}">
                <a16:creationId xmlns:a16="http://schemas.microsoft.com/office/drawing/2014/main" id="{48D8095F-17C8-4D4E-A6D6-3C323B970A7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84</a:t>
            </a:r>
          </a:p>
        </p:txBody>
      </p:sp>
      <p:sp>
        <p:nvSpPr>
          <p:cNvPr id="169" name="TextBox 169">
            <a:extLst>
              <a:ext uri="{FF2B5EF4-FFF2-40B4-BE49-F238E27FC236}">
                <a16:creationId xmlns:a16="http://schemas.microsoft.com/office/drawing/2014/main" id="{61F4B1E6-C1DA-4B0F-BBB9-FB96C05B7D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84.</a:t>
            </a:r>
          </a:p>
        </p:txBody>
      </p:sp>
      <p:sp>
        <p:nvSpPr>
          <p:cNvPr id="170" name="TextBox 170">
            <a:extLst>
              <a:ext uri="{FF2B5EF4-FFF2-40B4-BE49-F238E27FC236}">
                <a16:creationId xmlns:a16="http://schemas.microsoft.com/office/drawing/2014/main" id="{AB3AB826-B610-43C9-9D20-B2968C10332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85</a:t>
            </a:r>
          </a:p>
        </p:txBody>
      </p:sp>
      <p:sp>
        <p:nvSpPr>
          <p:cNvPr id="171" name="TextBox 171">
            <a:extLst>
              <a:ext uri="{FF2B5EF4-FFF2-40B4-BE49-F238E27FC236}">
                <a16:creationId xmlns:a16="http://schemas.microsoft.com/office/drawing/2014/main" id="{9A39EEAA-416A-442D-9078-BB213512AD6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85.</a:t>
            </a:r>
          </a:p>
        </p:txBody>
      </p:sp>
      <p:sp>
        <p:nvSpPr>
          <p:cNvPr id="172" name="TextBox 172">
            <a:extLst>
              <a:ext uri="{FF2B5EF4-FFF2-40B4-BE49-F238E27FC236}">
                <a16:creationId xmlns:a16="http://schemas.microsoft.com/office/drawing/2014/main" id="{2D1B74E2-807F-4C23-8392-A7A17B4D56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86</a:t>
            </a:r>
          </a:p>
        </p:txBody>
      </p:sp>
      <p:sp>
        <p:nvSpPr>
          <p:cNvPr id="173" name="TextBox 173">
            <a:extLst>
              <a:ext uri="{FF2B5EF4-FFF2-40B4-BE49-F238E27FC236}">
                <a16:creationId xmlns:a16="http://schemas.microsoft.com/office/drawing/2014/main" id="{0BB512E6-12E6-42D9-9E81-CB87932FBF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86.</a:t>
            </a:r>
          </a:p>
        </p:txBody>
      </p:sp>
      <p:sp>
        <p:nvSpPr>
          <p:cNvPr id="174" name="TextBox 174">
            <a:extLst>
              <a:ext uri="{FF2B5EF4-FFF2-40B4-BE49-F238E27FC236}">
                <a16:creationId xmlns:a16="http://schemas.microsoft.com/office/drawing/2014/main" id="{8FB0D7B2-9FB7-4FA8-94C1-8F4E8EDE0F8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87</a:t>
            </a:r>
          </a:p>
        </p:txBody>
      </p:sp>
      <p:sp>
        <p:nvSpPr>
          <p:cNvPr id="175" name="TextBox 175">
            <a:extLst>
              <a:ext uri="{FF2B5EF4-FFF2-40B4-BE49-F238E27FC236}">
                <a16:creationId xmlns:a16="http://schemas.microsoft.com/office/drawing/2014/main" id="{FD9C0F19-4AFC-4258-9816-6E9C9E46D9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87.</a:t>
            </a:r>
          </a:p>
        </p:txBody>
      </p:sp>
      <p:sp>
        <p:nvSpPr>
          <p:cNvPr id="176" name="TextBox 176">
            <a:extLst>
              <a:ext uri="{FF2B5EF4-FFF2-40B4-BE49-F238E27FC236}">
                <a16:creationId xmlns:a16="http://schemas.microsoft.com/office/drawing/2014/main" id="{C5882164-6CE2-4133-9F14-9F35064C5FE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88</a:t>
            </a:r>
          </a:p>
        </p:txBody>
      </p:sp>
      <p:sp>
        <p:nvSpPr>
          <p:cNvPr id="177" name="TextBox 177">
            <a:extLst>
              <a:ext uri="{FF2B5EF4-FFF2-40B4-BE49-F238E27FC236}">
                <a16:creationId xmlns:a16="http://schemas.microsoft.com/office/drawing/2014/main" id="{8192B62B-C355-4526-8ADE-C3AC8BF3B79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88.</a:t>
            </a:r>
          </a:p>
        </p:txBody>
      </p:sp>
      <p:sp>
        <p:nvSpPr>
          <p:cNvPr id="178" name="TextBox 178">
            <a:extLst>
              <a:ext uri="{FF2B5EF4-FFF2-40B4-BE49-F238E27FC236}">
                <a16:creationId xmlns:a16="http://schemas.microsoft.com/office/drawing/2014/main" id="{0442B6C9-C50A-49B0-A12A-ABB299EEE9F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89</a:t>
            </a:r>
          </a:p>
        </p:txBody>
      </p:sp>
      <p:sp>
        <p:nvSpPr>
          <p:cNvPr id="179" name="TextBox 179">
            <a:extLst>
              <a:ext uri="{FF2B5EF4-FFF2-40B4-BE49-F238E27FC236}">
                <a16:creationId xmlns:a16="http://schemas.microsoft.com/office/drawing/2014/main" id="{D6F23C5A-FB97-44F0-BAC6-FD45070C860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89.</a:t>
            </a:r>
          </a:p>
        </p:txBody>
      </p:sp>
      <p:sp>
        <p:nvSpPr>
          <p:cNvPr id="180" name="TextBox 180">
            <a:extLst>
              <a:ext uri="{FF2B5EF4-FFF2-40B4-BE49-F238E27FC236}">
                <a16:creationId xmlns:a16="http://schemas.microsoft.com/office/drawing/2014/main" id="{0E87D6D6-8756-4DA9-9CF8-5D3E184792F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90</a:t>
            </a:r>
          </a:p>
        </p:txBody>
      </p:sp>
      <p:sp>
        <p:nvSpPr>
          <p:cNvPr id="181" name="TextBox 181">
            <a:extLst>
              <a:ext uri="{FF2B5EF4-FFF2-40B4-BE49-F238E27FC236}">
                <a16:creationId xmlns:a16="http://schemas.microsoft.com/office/drawing/2014/main" id="{3873A3E9-3D63-4BAE-9C30-6B39341FD39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90.</a:t>
            </a:r>
          </a:p>
        </p:txBody>
      </p:sp>
      <p:sp>
        <p:nvSpPr>
          <p:cNvPr id="182" name="TextBox 182">
            <a:extLst>
              <a:ext uri="{FF2B5EF4-FFF2-40B4-BE49-F238E27FC236}">
                <a16:creationId xmlns:a16="http://schemas.microsoft.com/office/drawing/2014/main" id="{FDE925BF-7F11-4135-A431-5DC991C5C2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91</a:t>
            </a:r>
          </a:p>
        </p:txBody>
      </p:sp>
      <p:sp>
        <p:nvSpPr>
          <p:cNvPr id="183" name="TextBox 183">
            <a:extLst>
              <a:ext uri="{FF2B5EF4-FFF2-40B4-BE49-F238E27FC236}">
                <a16:creationId xmlns:a16="http://schemas.microsoft.com/office/drawing/2014/main" id="{1045F2C9-A81B-4891-B2A6-CF27BACEBC3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91.</a:t>
            </a:r>
          </a:p>
        </p:txBody>
      </p:sp>
      <p:sp>
        <p:nvSpPr>
          <p:cNvPr id="184" name="TextBox 184">
            <a:extLst>
              <a:ext uri="{FF2B5EF4-FFF2-40B4-BE49-F238E27FC236}">
                <a16:creationId xmlns:a16="http://schemas.microsoft.com/office/drawing/2014/main" id="{F32AA054-9090-4B8A-9CD1-9FBC8D6A77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92</a:t>
            </a:r>
          </a:p>
        </p:txBody>
      </p:sp>
      <p:sp>
        <p:nvSpPr>
          <p:cNvPr id="185" name="TextBox 185">
            <a:extLst>
              <a:ext uri="{FF2B5EF4-FFF2-40B4-BE49-F238E27FC236}">
                <a16:creationId xmlns:a16="http://schemas.microsoft.com/office/drawing/2014/main" id="{CEFD7C4D-5D4A-4E6E-B666-11CC475E228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92.</a:t>
            </a:r>
          </a:p>
        </p:txBody>
      </p:sp>
      <p:sp>
        <p:nvSpPr>
          <p:cNvPr id="186" name="TextBox 186">
            <a:extLst>
              <a:ext uri="{FF2B5EF4-FFF2-40B4-BE49-F238E27FC236}">
                <a16:creationId xmlns:a16="http://schemas.microsoft.com/office/drawing/2014/main" id="{5568A294-E7AF-45C2-A785-4488513A45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93</a:t>
            </a:r>
          </a:p>
        </p:txBody>
      </p:sp>
      <p:sp>
        <p:nvSpPr>
          <p:cNvPr id="187" name="TextBox 187">
            <a:extLst>
              <a:ext uri="{FF2B5EF4-FFF2-40B4-BE49-F238E27FC236}">
                <a16:creationId xmlns:a16="http://schemas.microsoft.com/office/drawing/2014/main" id="{64DA20C1-9B31-46D8-825F-696C54DC39D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93.</a:t>
            </a:r>
          </a:p>
        </p:txBody>
      </p:sp>
      <p:sp>
        <p:nvSpPr>
          <p:cNvPr id="188" name="TextBox 188">
            <a:extLst>
              <a:ext uri="{FF2B5EF4-FFF2-40B4-BE49-F238E27FC236}">
                <a16:creationId xmlns:a16="http://schemas.microsoft.com/office/drawing/2014/main" id="{D8E18A77-30EE-449B-9F67-0BDB42CFFF7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94</a:t>
            </a:r>
          </a:p>
        </p:txBody>
      </p:sp>
      <p:sp>
        <p:nvSpPr>
          <p:cNvPr id="189" name="TextBox 189">
            <a:extLst>
              <a:ext uri="{FF2B5EF4-FFF2-40B4-BE49-F238E27FC236}">
                <a16:creationId xmlns:a16="http://schemas.microsoft.com/office/drawing/2014/main" id="{EE867B44-6CE7-44B8-A903-5C5C63D764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94.</a:t>
            </a:r>
          </a:p>
        </p:txBody>
      </p:sp>
      <p:sp>
        <p:nvSpPr>
          <p:cNvPr id="190" name="TextBox 190">
            <a:extLst>
              <a:ext uri="{FF2B5EF4-FFF2-40B4-BE49-F238E27FC236}">
                <a16:creationId xmlns:a16="http://schemas.microsoft.com/office/drawing/2014/main" id="{2408D738-6061-47E1-840D-5ECA3966B19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95</a:t>
            </a:r>
          </a:p>
        </p:txBody>
      </p:sp>
      <p:sp>
        <p:nvSpPr>
          <p:cNvPr id="191" name="TextBox 191">
            <a:extLst>
              <a:ext uri="{FF2B5EF4-FFF2-40B4-BE49-F238E27FC236}">
                <a16:creationId xmlns:a16="http://schemas.microsoft.com/office/drawing/2014/main" id="{4D33D311-4430-4623-8011-267EFDB0AC7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95.</a:t>
            </a:r>
          </a:p>
        </p:txBody>
      </p:sp>
      <p:sp>
        <p:nvSpPr>
          <p:cNvPr id="192" name="TextBox 192">
            <a:extLst>
              <a:ext uri="{FF2B5EF4-FFF2-40B4-BE49-F238E27FC236}">
                <a16:creationId xmlns:a16="http://schemas.microsoft.com/office/drawing/2014/main" id="{15906624-574E-4D24-8BBF-3B1231DFD10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96</a:t>
            </a:r>
          </a:p>
        </p:txBody>
      </p:sp>
      <p:sp>
        <p:nvSpPr>
          <p:cNvPr id="193" name="TextBox 193">
            <a:extLst>
              <a:ext uri="{FF2B5EF4-FFF2-40B4-BE49-F238E27FC236}">
                <a16:creationId xmlns:a16="http://schemas.microsoft.com/office/drawing/2014/main" id="{B622F36E-339B-4B93-96B5-4BEC77048D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96.</a:t>
            </a:r>
          </a:p>
        </p:txBody>
      </p:sp>
      <p:sp>
        <p:nvSpPr>
          <p:cNvPr id="194" name="TextBox 194">
            <a:extLst>
              <a:ext uri="{FF2B5EF4-FFF2-40B4-BE49-F238E27FC236}">
                <a16:creationId xmlns:a16="http://schemas.microsoft.com/office/drawing/2014/main" id="{CEF03D50-3554-4FE6-8106-7296A531894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97</a:t>
            </a:r>
          </a:p>
        </p:txBody>
      </p:sp>
      <p:sp>
        <p:nvSpPr>
          <p:cNvPr id="195" name="TextBox 195">
            <a:extLst>
              <a:ext uri="{FF2B5EF4-FFF2-40B4-BE49-F238E27FC236}">
                <a16:creationId xmlns:a16="http://schemas.microsoft.com/office/drawing/2014/main" id="{737F24A4-65A3-4097-8315-16BC1BB6E8A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97.</a:t>
            </a:r>
          </a:p>
        </p:txBody>
      </p:sp>
      <p:sp>
        <p:nvSpPr>
          <p:cNvPr id="196" name="TextBox 196">
            <a:extLst>
              <a:ext uri="{FF2B5EF4-FFF2-40B4-BE49-F238E27FC236}">
                <a16:creationId xmlns:a16="http://schemas.microsoft.com/office/drawing/2014/main" id="{C4D5A7A1-DC81-4899-A61E-D6708BCD93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98</a:t>
            </a:r>
          </a:p>
        </p:txBody>
      </p:sp>
      <p:sp>
        <p:nvSpPr>
          <p:cNvPr id="197" name="TextBox 197">
            <a:extLst>
              <a:ext uri="{FF2B5EF4-FFF2-40B4-BE49-F238E27FC236}">
                <a16:creationId xmlns:a16="http://schemas.microsoft.com/office/drawing/2014/main" id="{9E07BDB4-5C72-4C66-94F2-8BD0ADF422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98.</a:t>
            </a:r>
          </a:p>
        </p:txBody>
      </p:sp>
      <p:sp>
        <p:nvSpPr>
          <p:cNvPr id="198" name="TextBox 198">
            <a:extLst>
              <a:ext uri="{FF2B5EF4-FFF2-40B4-BE49-F238E27FC236}">
                <a16:creationId xmlns:a16="http://schemas.microsoft.com/office/drawing/2014/main" id="{6AFCE953-7057-4150-A7B0-C010F523EE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99</a:t>
            </a:r>
          </a:p>
        </p:txBody>
      </p:sp>
      <p:sp>
        <p:nvSpPr>
          <p:cNvPr id="199" name="TextBox 199">
            <a:extLst>
              <a:ext uri="{FF2B5EF4-FFF2-40B4-BE49-F238E27FC236}">
                <a16:creationId xmlns:a16="http://schemas.microsoft.com/office/drawing/2014/main" id="{8D732C4C-9836-474D-B877-8A3B730EAB0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99.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A567E45-35C8-43B0-84E3-140D7843F505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Large Deck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8930A08-B994-4F95-A3BC-181551F2574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100-slide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09E96F-98EB-46B1-9B4E-5B605A40650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97488-BF40-4142-AA23-9F7F173BE88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D53C7A-041C-4692-86CC-697D593BDCD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38E903-C216-45F3-B24D-8B687F5786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DE47F8-FBFD-45B2-BF7B-6B6C2F3A10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ED9C79-38C3-4634-9130-92D770B969B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089C05-D277-445C-B815-C5AC25B3764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961887-243E-4E74-94A4-B1EF9E7B8D6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8178FF-74A6-42A5-8C69-072776AAC25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D398AD-67EC-4C5B-A013-3EC5E1343A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F33F9E-59A9-4448-A09D-C173155DF54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5DED41-BD27-403A-85BD-F36A16D6D6B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B8AC8B-BBA0-4857-B9AE-E3B43053BD8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94C304-0416-43E7-9ACC-85725CEAE08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0055F0-05FA-404A-B19F-A5E3E9D34D7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A263D2-807D-4BDA-A306-230A6EFF0AF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89A119-0F89-405B-8DBE-D5A4DDEDE38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2EE01AC-9A90-49BF-9F88-73EDFDA16A7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B356BB5-C402-424A-A9C1-4043F86B441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6DBA07-6DB0-4271-8B4D-4065C602D79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11.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8B5C90-FC5A-4FBF-9672-4F277A1BC1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036C64-3BB7-43AB-BD5C-B6505022A78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12.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2C9F44-93BE-44A8-8421-1CB146145C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0666F-52B1-48CE-9486-9D08B82DABE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13.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A63F6C0-5FED-4D25-9256-FEC6693D927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7611D7-3EB9-4FCA-844A-D1558F6C18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14.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F3F9B2-38FB-4ABA-B06A-7EA67E040A5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15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13F22E-6B0C-4853-84E6-BA866665E1A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15.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79E7C57-1671-4E4D-AF9B-1CE544E1427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3BCE2BD-1CE6-4FD7-8B9D-33E1DD404D4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16.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7CC5DA-2613-4293-B9FA-4C29B5CE11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17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DFDE13-ED29-4D6E-A5B0-E550765E437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17.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BF4509B-D375-45FD-A645-9B00EE6F456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59AC40C-109A-46F7-86F4-ECD0C96C9DD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18.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431FE5B-BB22-430E-90F6-29165550B1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19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CE8428B-8A34-44E5-8637-8DA995D2FE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19.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1938E3F-22AC-4BF8-B776-BD562FF38A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20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983E2F8-2F61-41FB-AB2C-089CE0DD854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20.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BFB6109-4769-451C-837B-54476388F8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21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747F637-6E3C-4EFC-A149-33DF958B00A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21.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D8F5BF4-5349-4BAF-8759-A761F1DC93B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904F610-CF40-492D-A028-8D627CEF2C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22.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6E31AEA-B881-4C90-AFE7-50244FDC1BE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23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7CA7D1C1-380F-421B-9743-E397F9A9BF6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23.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A1FBC00-B3A8-4015-A0CB-0942DEAA67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24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105ABEC-818B-48C2-8CDE-724843C30BE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24.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01F33287-AC69-4FDC-A033-CA99571FDFD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25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206D82F8-F2D1-4418-A226-6393E23A99E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25.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1A2FFBA1-C009-4901-900A-8D87554749A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26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9604C31-66BF-4CB0-942F-0F009A3466F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26.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4F81FD7-5AE8-467E-81F9-56A3B5061FF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27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E7C1EA8-5054-4F61-80B1-3DBEF663FA4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27.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775BA7A-1800-4434-809A-B7375B4F593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28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B00C90E0-BFE2-4749-9436-5B236D196E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28.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F43EA03-A0A3-4FFF-BD27-9A7AA6C4A3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29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FC1438B-0798-4390-A651-8D73C97E27C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29.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B52A1C08-2B65-4A00-A430-430DB746D8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30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B34D8EDA-B0AA-4C5D-9D28-24DB4CAC8B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30.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3502139D-5364-4697-A9A3-64E12A82601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31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95EB8BB-F620-438F-9CF6-EAB4589941F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31.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DF56528C-38AA-4FF2-B43F-96EBEBEF415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32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3FF8AD2-B881-43EB-91D0-655C978E74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32.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FCA95373-B69B-4D20-805C-420A59B669C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33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F3768A0F-7B40-47F1-8A20-CE81DBF021B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33.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F56789C1-820B-4548-B5DB-B738833FA68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34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1A7638A1-5997-47D5-B133-754E0614DA9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34.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ACF92A49-E843-46FA-96A1-AC3B7FD7598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35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2AD92905-E0BE-49E8-9894-1CACEA855C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35.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73B4064B-0E2E-42F8-829D-495A0D80107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36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E4E0E2D8-8E26-4F33-B9DD-B5A1D3B9C8D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36.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0E3FF1C7-D5C0-4CA1-87A2-C5714DBADE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37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8579097-8841-402B-8CA1-D13DA0A87F4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37.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367ADE2-3B45-4A50-A473-7AE68E1E095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38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D130867-5AEE-41DC-8742-1EF21325190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38.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8891F6D0-6845-4B8A-8011-AFEA7C5C72E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39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94AA1B8A-A3E0-4681-9FEC-F4291ADF168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39.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996FA8A8-4293-435B-8C84-7E66D55A52A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40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C8DB9BF2-5F78-4C55-9F0C-A4CF8D873C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40.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4AE032C5-99CB-437D-BA05-E9610133EBF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41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12A611BE-2802-4583-A07C-9ED81ECA861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41.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6C2FAC7F-E562-40F5-8398-7D8BAEB46EDE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42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3A053AB9-9F47-426B-A9E6-FC241974F174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42.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90A940-EED8-4B60-B4C5-79FC1066A91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43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999B934C-DE8F-46F9-8CE5-DD96CF5257D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43.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64D2841E-8D73-4776-B526-2CA0FAC49F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44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3E9D431D-C843-4B70-AFDD-A8CEF63395E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44.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27B44B65-466F-4D95-B753-3A164A88E9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45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A26E9CA1-6DD1-4268-B6DB-9609F22A630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45.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0D5850-6B39-407B-94DF-FB30500CA2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46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14D2EDF-4825-45E5-BC00-6BC5724F671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46.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72521679-362C-491B-B6A7-757A54E746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47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035FD48-A639-4B6F-8128-1779B2F50D0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47.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30B5E424-8D0E-4340-9FB6-1A06715FE0D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48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6588A6C-43AA-41C0-A86F-688EAD0AC87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48.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E2138605-6876-4A37-AF9F-79802BF60E2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49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ED8A6287-8B50-4C44-95B9-A00757D139B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49.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6D8456B8-6E49-44B9-8B0E-9793209AA07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50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315C289F-1777-4690-927A-E73A7422B8F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50.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099FC032-C367-4B06-9156-22F543BC7CF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51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AF5F6BA4-E1A4-4631-8223-2E65F5A2A29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51.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74C0BE63-F166-487C-A2DC-1E09B17E6D4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52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92D3EFA0-2CE4-4539-A13A-CD69E6AFE8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52.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E82439A0-3123-4216-816E-8E5596F43C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53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3996BCD3-0E41-4EE3-B08B-19D203FA33A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53.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11365203-2F5F-40C4-B4FD-9386411E66A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54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9FCC0CED-0388-4E7C-9E8F-8769FFC389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54.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FBD10999-6D3C-4AC6-9F84-F8392D8912A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55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4199A65A-B1C0-4897-BD52-4808B41FEA2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55.</a:t>
            </a: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1EB0086E-7157-43C8-BD05-4B185E6B423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56</a:t>
            </a: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21F368B6-35F0-4EBC-9EB8-F770B43BE02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56.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FA64ED92-032C-4EF0-B9D2-90C57AE8186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57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E1EECC01-B004-41D2-A9FF-977C359BADF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57.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6D30A73-F413-4A6B-930D-5E0BD4A2D3A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58</a:t>
            </a:r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5FC510C5-D68E-424F-AB5B-26B2A758816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58.</a:t>
            </a:r>
          </a:p>
        </p:txBody>
      </p:sp>
      <p:sp>
        <p:nvSpPr>
          <p:cNvPr id="118" name="TextBox 118">
            <a:extLst>
              <a:ext uri="{FF2B5EF4-FFF2-40B4-BE49-F238E27FC236}">
                <a16:creationId xmlns:a16="http://schemas.microsoft.com/office/drawing/2014/main" id="{5838DFD3-EBAF-40A3-A8F0-D84DB66AF7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59</a:t>
            </a:r>
          </a:p>
        </p:txBody>
      </p:sp>
      <p:sp>
        <p:nvSpPr>
          <p:cNvPr id="119" name="TextBox 119">
            <a:extLst>
              <a:ext uri="{FF2B5EF4-FFF2-40B4-BE49-F238E27FC236}">
                <a16:creationId xmlns:a16="http://schemas.microsoft.com/office/drawing/2014/main" id="{AA1F2BB6-6DFA-4C84-9EFB-6CE6EEB0DF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59.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458D6849-AC7B-4CF9-8253-D5AA24F529A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60</a:t>
            </a:r>
          </a:p>
        </p:txBody>
      </p:sp>
      <p:sp>
        <p:nvSpPr>
          <p:cNvPr id="121" name="TextBox 121">
            <a:extLst>
              <a:ext uri="{FF2B5EF4-FFF2-40B4-BE49-F238E27FC236}">
                <a16:creationId xmlns:a16="http://schemas.microsoft.com/office/drawing/2014/main" id="{56150F0C-AE03-46D8-AC5E-7C760C09C69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60.</a:t>
            </a: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FA203AFF-87CC-4F1D-A7E5-352DE1125E5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61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3479077A-5E1A-4DCA-AF78-616E86DB5B2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61.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268CECE2-6563-4319-8E0E-88F27A4C6AB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62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A0C6AA3F-197B-40EA-990D-B9FD45A46F1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62.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FBA74959-8BA3-468A-BADC-9243BB4E0F6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63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92ED571E-479B-4E31-ACC3-D5A05D11C16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63.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D7BB12CD-4E10-4314-BEC8-E824165B4C3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64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2989E5C3-7961-4ABF-8882-BD66FB3961C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64.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E3B32FEA-A5DA-4B0C-AF66-A3803158DBE8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65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03343FE4-60D3-43E8-8A2A-981F900D9F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65.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C09CE652-5316-4DBF-BDB1-E517ADDC7B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66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C0CEC720-8071-4A26-B2F0-D6A63453105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66.</a:t>
            </a: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6921C492-2454-464C-91C4-8F876273362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67</a:t>
            </a:r>
          </a:p>
        </p:txBody>
      </p:sp>
      <p:sp>
        <p:nvSpPr>
          <p:cNvPr id="135" name="TextBox 135">
            <a:extLst>
              <a:ext uri="{FF2B5EF4-FFF2-40B4-BE49-F238E27FC236}">
                <a16:creationId xmlns:a16="http://schemas.microsoft.com/office/drawing/2014/main" id="{DDF5E57E-7E55-4186-9970-9D46CB0D156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67.</a:t>
            </a:r>
          </a:p>
        </p:txBody>
      </p:sp>
      <p:sp>
        <p:nvSpPr>
          <p:cNvPr id="136" name="TextBox 136">
            <a:extLst>
              <a:ext uri="{FF2B5EF4-FFF2-40B4-BE49-F238E27FC236}">
                <a16:creationId xmlns:a16="http://schemas.microsoft.com/office/drawing/2014/main" id="{D794EAF1-889E-41BE-8E46-45BEE6A8C9D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68</a:t>
            </a:r>
          </a:p>
        </p:txBody>
      </p:sp>
      <p:sp>
        <p:nvSpPr>
          <p:cNvPr id="137" name="TextBox 137">
            <a:extLst>
              <a:ext uri="{FF2B5EF4-FFF2-40B4-BE49-F238E27FC236}">
                <a16:creationId xmlns:a16="http://schemas.microsoft.com/office/drawing/2014/main" id="{6CAEDF31-8550-45AB-8B7F-58B2C23B4A3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68.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59315AAA-993A-4AF5-94B2-A4893A81110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69</a:t>
            </a:r>
          </a:p>
        </p:txBody>
      </p:sp>
      <p:sp>
        <p:nvSpPr>
          <p:cNvPr id="139" name="TextBox 139">
            <a:extLst>
              <a:ext uri="{FF2B5EF4-FFF2-40B4-BE49-F238E27FC236}">
                <a16:creationId xmlns:a16="http://schemas.microsoft.com/office/drawing/2014/main" id="{7B42FF26-60C2-4493-9A3F-5EC7ACF9FAB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69.</a:t>
            </a:r>
          </a:p>
        </p:txBody>
      </p:sp>
      <p:sp>
        <p:nvSpPr>
          <p:cNvPr id="140" name="TextBox 140">
            <a:extLst>
              <a:ext uri="{FF2B5EF4-FFF2-40B4-BE49-F238E27FC236}">
                <a16:creationId xmlns:a16="http://schemas.microsoft.com/office/drawing/2014/main" id="{30FE7111-E328-4959-90A6-97E6A72C1C1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70</a:t>
            </a:r>
          </a:p>
        </p:txBody>
      </p:sp>
      <p:sp>
        <p:nvSpPr>
          <p:cNvPr id="141" name="TextBox 141">
            <a:extLst>
              <a:ext uri="{FF2B5EF4-FFF2-40B4-BE49-F238E27FC236}">
                <a16:creationId xmlns:a16="http://schemas.microsoft.com/office/drawing/2014/main" id="{AD970819-B8A7-481C-A893-5B91DC4981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70.</a:t>
            </a: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23B08D3E-B938-4F2F-B27C-E6E3930E56F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71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4EE95C86-BC09-4ABE-86B1-24576758257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71.</a:t>
            </a:r>
          </a:p>
        </p:txBody>
      </p:sp>
      <p:sp>
        <p:nvSpPr>
          <p:cNvPr id="144" name="TextBox 144">
            <a:extLst>
              <a:ext uri="{FF2B5EF4-FFF2-40B4-BE49-F238E27FC236}">
                <a16:creationId xmlns:a16="http://schemas.microsoft.com/office/drawing/2014/main" id="{21FE1EC9-5218-4AD2-97E5-75C5C274BFD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72</a:t>
            </a: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3418E25E-D0EB-4EC8-8FD5-D98ADD296AC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72.</a:t>
            </a:r>
          </a:p>
        </p:txBody>
      </p:sp>
      <p:sp>
        <p:nvSpPr>
          <p:cNvPr id="146" name="TextBox 146">
            <a:extLst>
              <a:ext uri="{FF2B5EF4-FFF2-40B4-BE49-F238E27FC236}">
                <a16:creationId xmlns:a16="http://schemas.microsoft.com/office/drawing/2014/main" id="{6841C69D-564C-4AA5-B2C6-B5684777610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73</a:t>
            </a:r>
          </a:p>
        </p:txBody>
      </p:sp>
      <p:sp>
        <p:nvSpPr>
          <p:cNvPr id="147" name="TextBox 147">
            <a:extLst>
              <a:ext uri="{FF2B5EF4-FFF2-40B4-BE49-F238E27FC236}">
                <a16:creationId xmlns:a16="http://schemas.microsoft.com/office/drawing/2014/main" id="{A4D12817-2322-4A8D-A670-4D0B5A63250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73.</a:t>
            </a:r>
          </a:p>
        </p:txBody>
      </p:sp>
      <p:sp>
        <p:nvSpPr>
          <p:cNvPr id="148" name="TextBox 148">
            <a:extLst>
              <a:ext uri="{FF2B5EF4-FFF2-40B4-BE49-F238E27FC236}">
                <a16:creationId xmlns:a16="http://schemas.microsoft.com/office/drawing/2014/main" id="{72D1E1FD-5DCB-41EC-AE76-D28776AAF97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74</a:t>
            </a:r>
          </a:p>
        </p:txBody>
      </p:sp>
      <p:sp>
        <p:nvSpPr>
          <p:cNvPr id="149" name="TextBox 149">
            <a:extLst>
              <a:ext uri="{FF2B5EF4-FFF2-40B4-BE49-F238E27FC236}">
                <a16:creationId xmlns:a16="http://schemas.microsoft.com/office/drawing/2014/main" id="{8D54CED1-47F6-46A0-9C5D-48587A2DD1E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74.</a:t>
            </a:r>
          </a:p>
        </p:txBody>
      </p:sp>
      <p:sp>
        <p:nvSpPr>
          <p:cNvPr id="150" name="TextBox 150">
            <a:extLst>
              <a:ext uri="{FF2B5EF4-FFF2-40B4-BE49-F238E27FC236}">
                <a16:creationId xmlns:a16="http://schemas.microsoft.com/office/drawing/2014/main" id="{69DD19F6-CDD4-4683-8088-8E0A213D89A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75</a:t>
            </a:r>
          </a:p>
        </p:txBody>
      </p:sp>
      <p:sp>
        <p:nvSpPr>
          <p:cNvPr id="151" name="TextBox 151">
            <a:extLst>
              <a:ext uri="{FF2B5EF4-FFF2-40B4-BE49-F238E27FC236}">
                <a16:creationId xmlns:a16="http://schemas.microsoft.com/office/drawing/2014/main" id="{32EDB2F8-20CA-4ABA-B993-F998024B01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75.</a:t>
            </a:r>
          </a:p>
        </p:txBody>
      </p:sp>
      <p:sp>
        <p:nvSpPr>
          <p:cNvPr id="152" name="TextBox 152">
            <a:extLst>
              <a:ext uri="{FF2B5EF4-FFF2-40B4-BE49-F238E27FC236}">
                <a16:creationId xmlns:a16="http://schemas.microsoft.com/office/drawing/2014/main" id="{DA49709B-072D-4C8C-ADA2-BA3508C48D6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76</a:t>
            </a:r>
          </a:p>
        </p:txBody>
      </p:sp>
      <p:sp>
        <p:nvSpPr>
          <p:cNvPr id="153" name="TextBox 153">
            <a:extLst>
              <a:ext uri="{FF2B5EF4-FFF2-40B4-BE49-F238E27FC236}">
                <a16:creationId xmlns:a16="http://schemas.microsoft.com/office/drawing/2014/main" id="{B6795E2B-2005-4C5F-9A05-841EA5FBF3C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76.</a:t>
            </a:r>
          </a:p>
        </p:txBody>
      </p:sp>
      <p:sp>
        <p:nvSpPr>
          <p:cNvPr id="154" name="TextBox 154">
            <a:extLst>
              <a:ext uri="{FF2B5EF4-FFF2-40B4-BE49-F238E27FC236}">
                <a16:creationId xmlns:a16="http://schemas.microsoft.com/office/drawing/2014/main" id="{291952C3-4FBB-4C89-8B44-6D32BB59D3F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77</a:t>
            </a:r>
          </a:p>
        </p:txBody>
      </p:sp>
      <p:sp>
        <p:nvSpPr>
          <p:cNvPr id="155" name="TextBox 155">
            <a:extLst>
              <a:ext uri="{FF2B5EF4-FFF2-40B4-BE49-F238E27FC236}">
                <a16:creationId xmlns:a16="http://schemas.microsoft.com/office/drawing/2014/main" id="{2988CA28-0E3C-4FAC-9936-BD0083C4543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77.</a:t>
            </a:r>
          </a:p>
        </p:txBody>
      </p:sp>
      <p:sp>
        <p:nvSpPr>
          <p:cNvPr id="156" name="TextBox 156">
            <a:extLst>
              <a:ext uri="{FF2B5EF4-FFF2-40B4-BE49-F238E27FC236}">
                <a16:creationId xmlns:a16="http://schemas.microsoft.com/office/drawing/2014/main" id="{505CCEB2-182C-4F8B-9F88-6369FEEF25B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78</a:t>
            </a:r>
          </a:p>
        </p:txBody>
      </p:sp>
      <p:sp>
        <p:nvSpPr>
          <p:cNvPr id="157" name="TextBox 157">
            <a:extLst>
              <a:ext uri="{FF2B5EF4-FFF2-40B4-BE49-F238E27FC236}">
                <a16:creationId xmlns:a16="http://schemas.microsoft.com/office/drawing/2014/main" id="{9B67A986-07D6-4BF2-A095-669FEB4910A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78.</a:t>
            </a:r>
          </a:p>
        </p:txBody>
      </p:sp>
      <p:sp>
        <p:nvSpPr>
          <p:cNvPr id="158" name="TextBox 158">
            <a:extLst>
              <a:ext uri="{FF2B5EF4-FFF2-40B4-BE49-F238E27FC236}">
                <a16:creationId xmlns:a16="http://schemas.microsoft.com/office/drawing/2014/main" id="{E692A411-9DA7-4C65-812A-1684A3D2696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79</a:t>
            </a:r>
          </a:p>
        </p:txBody>
      </p:sp>
      <p:sp>
        <p:nvSpPr>
          <p:cNvPr id="159" name="TextBox 159">
            <a:extLst>
              <a:ext uri="{FF2B5EF4-FFF2-40B4-BE49-F238E27FC236}">
                <a16:creationId xmlns:a16="http://schemas.microsoft.com/office/drawing/2014/main" id="{6FB319F7-8DF7-420A-BFCF-093204CF5A9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79.</a:t>
            </a:r>
          </a:p>
        </p:txBody>
      </p:sp>
      <p:sp>
        <p:nvSpPr>
          <p:cNvPr id="160" name="TextBox 160">
            <a:extLst>
              <a:ext uri="{FF2B5EF4-FFF2-40B4-BE49-F238E27FC236}">
                <a16:creationId xmlns:a16="http://schemas.microsoft.com/office/drawing/2014/main" id="{A698C3AE-777C-4EDF-AC94-1E96F80BFEC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80</a:t>
            </a:r>
          </a:p>
        </p:txBody>
      </p:sp>
      <p:sp>
        <p:nvSpPr>
          <p:cNvPr id="161" name="TextBox 161">
            <a:extLst>
              <a:ext uri="{FF2B5EF4-FFF2-40B4-BE49-F238E27FC236}">
                <a16:creationId xmlns:a16="http://schemas.microsoft.com/office/drawing/2014/main" id="{B78CA419-47B0-4E4E-B8E0-CFFF95BE3F4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80.</a:t>
            </a:r>
          </a:p>
        </p:txBody>
      </p:sp>
      <p:sp>
        <p:nvSpPr>
          <p:cNvPr id="162" name="TextBox 162">
            <a:extLst>
              <a:ext uri="{FF2B5EF4-FFF2-40B4-BE49-F238E27FC236}">
                <a16:creationId xmlns:a16="http://schemas.microsoft.com/office/drawing/2014/main" id="{0D46E08E-43E9-4B2F-874C-74BB5A8A6697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81</a:t>
            </a:r>
          </a:p>
        </p:txBody>
      </p:sp>
      <p:sp>
        <p:nvSpPr>
          <p:cNvPr id="163" name="TextBox 163">
            <a:extLst>
              <a:ext uri="{FF2B5EF4-FFF2-40B4-BE49-F238E27FC236}">
                <a16:creationId xmlns:a16="http://schemas.microsoft.com/office/drawing/2014/main" id="{10E71588-6CE2-4EF3-A14A-685127CE981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81.</a:t>
            </a:r>
          </a:p>
        </p:txBody>
      </p:sp>
      <p:sp>
        <p:nvSpPr>
          <p:cNvPr id="164" name="TextBox 164">
            <a:extLst>
              <a:ext uri="{FF2B5EF4-FFF2-40B4-BE49-F238E27FC236}">
                <a16:creationId xmlns:a16="http://schemas.microsoft.com/office/drawing/2014/main" id="{17B41602-B466-4A7E-AAE4-5F44D4E6129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82</a:t>
            </a:r>
          </a:p>
        </p:txBody>
      </p:sp>
      <p:sp>
        <p:nvSpPr>
          <p:cNvPr id="165" name="TextBox 165">
            <a:extLst>
              <a:ext uri="{FF2B5EF4-FFF2-40B4-BE49-F238E27FC236}">
                <a16:creationId xmlns:a16="http://schemas.microsoft.com/office/drawing/2014/main" id="{85768EA0-1896-4AE8-822E-A4B5B098DB8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82.</a:t>
            </a:r>
          </a:p>
        </p:txBody>
      </p:sp>
      <p:sp>
        <p:nvSpPr>
          <p:cNvPr id="166" name="TextBox 166">
            <a:extLst>
              <a:ext uri="{FF2B5EF4-FFF2-40B4-BE49-F238E27FC236}">
                <a16:creationId xmlns:a16="http://schemas.microsoft.com/office/drawing/2014/main" id="{A3478704-2F14-4361-825F-DEC7F5AF3E6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83</a:t>
            </a:r>
          </a:p>
        </p:txBody>
      </p:sp>
      <p:sp>
        <p:nvSpPr>
          <p:cNvPr id="167" name="TextBox 167">
            <a:extLst>
              <a:ext uri="{FF2B5EF4-FFF2-40B4-BE49-F238E27FC236}">
                <a16:creationId xmlns:a16="http://schemas.microsoft.com/office/drawing/2014/main" id="{0CB60C27-D5F9-4625-88F8-A54D7891E76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83.</a:t>
            </a:r>
          </a:p>
        </p:txBody>
      </p:sp>
      <p:sp>
        <p:nvSpPr>
          <p:cNvPr id="168" name="TextBox 168">
            <a:extLst>
              <a:ext uri="{FF2B5EF4-FFF2-40B4-BE49-F238E27FC236}">
                <a16:creationId xmlns:a16="http://schemas.microsoft.com/office/drawing/2014/main" id="{48D8095F-17C8-4D4E-A6D6-3C323B970A7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84</a:t>
            </a:r>
          </a:p>
        </p:txBody>
      </p:sp>
      <p:sp>
        <p:nvSpPr>
          <p:cNvPr id="169" name="TextBox 169">
            <a:extLst>
              <a:ext uri="{FF2B5EF4-FFF2-40B4-BE49-F238E27FC236}">
                <a16:creationId xmlns:a16="http://schemas.microsoft.com/office/drawing/2014/main" id="{61F4B1E6-C1DA-4B0F-BBB9-FB96C05B7D0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84.</a:t>
            </a:r>
          </a:p>
        </p:txBody>
      </p:sp>
      <p:sp>
        <p:nvSpPr>
          <p:cNvPr id="170" name="TextBox 170">
            <a:extLst>
              <a:ext uri="{FF2B5EF4-FFF2-40B4-BE49-F238E27FC236}">
                <a16:creationId xmlns:a16="http://schemas.microsoft.com/office/drawing/2014/main" id="{AB3AB826-B610-43C9-9D20-B2968C10332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85</a:t>
            </a:r>
          </a:p>
        </p:txBody>
      </p:sp>
      <p:sp>
        <p:nvSpPr>
          <p:cNvPr id="171" name="TextBox 171">
            <a:extLst>
              <a:ext uri="{FF2B5EF4-FFF2-40B4-BE49-F238E27FC236}">
                <a16:creationId xmlns:a16="http://schemas.microsoft.com/office/drawing/2014/main" id="{9A39EEAA-416A-442D-9078-BB213512AD6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85.</a:t>
            </a:r>
          </a:p>
        </p:txBody>
      </p:sp>
      <p:sp>
        <p:nvSpPr>
          <p:cNvPr id="172" name="TextBox 172">
            <a:extLst>
              <a:ext uri="{FF2B5EF4-FFF2-40B4-BE49-F238E27FC236}">
                <a16:creationId xmlns:a16="http://schemas.microsoft.com/office/drawing/2014/main" id="{2D1B74E2-807F-4C23-8392-A7A17B4D564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86</a:t>
            </a:r>
          </a:p>
        </p:txBody>
      </p:sp>
      <p:sp>
        <p:nvSpPr>
          <p:cNvPr id="173" name="TextBox 173">
            <a:extLst>
              <a:ext uri="{FF2B5EF4-FFF2-40B4-BE49-F238E27FC236}">
                <a16:creationId xmlns:a16="http://schemas.microsoft.com/office/drawing/2014/main" id="{0BB512E6-12E6-42D9-9E81-CB87932FBF2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86.</a:t>
            </a:r>
          </a:p>
        </p:txBody>
      </p:sp>
      <p:sp>
        <p:nvSpPr>
          <p:cNvPr id="174" name="TextBox 174">
            <a:extLst>
              <a:ext uri="{FF2B5EF4-FFF2-40B4-BE49-F238E27FC236}">
                <a16:creationId xmlns:a16="http://schemas.microsoft.com/office/drawing/2014/main" id="{8FB0D7B2-9FB7-4FA8-94C1-8F4E8EDE0F86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87</a:t>
            </a:r>
          </a:p>
        </p:txBody>
      </p:sp>
      <p:sp>
        <p:nvSpPr>
          <p:cNvPr id="175" name="TextBox 175">
            <a:extLst>
              <a:ext uri="{FF2B5EF4-FFF2-40B4-BE49-F238E27FC236}">
                <a16:creationId xmlns:a16="http://schemas.microsoft.com/office/drawing/2014/main" id="{FD9C0F19-4AFC-4258-9816-6E9C9E46D9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87.</a:t>
            </a:r>
          </a:p>
        </p:txBody>
      </p:sp>
      <p:sp>
        <p:nvSpPr>
          <p:cNvPr id="176" name="TextBox 176">
            <a:extLst>
              <a:ext uri="{FF2B5EF4-FFF2-40B4-BE49-F238E27FC236}">
                <a16:creationId xmlns:a16="http://schemas.microsoft.com/office/drawing/2014/main" id="{C5882164-6CE2-4133-9F14-9F35064C5FE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88</a:t>
            </a:r>
          </a:p>
        </p:txBody>
      </p:sp>
      <p:sp>
        <p:nvSpPr>
          <p:cNvPr id="177" name="TextBox 177">
            <a:extLst>
              <a:ext uri="{FF2B5EF4-FFF2-40B4-BE49-F238E27FC236}">
                <a16:creationId xmlns:a16="http://schemas.microsoft.com/office/drawing/2014/main" id="{8192B62B-C355-4526-8ADE-C3AC8BF3B79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88.</a:t>
            </a:r>
          </a:p>
        </p:txBody>
      </p:sp>
      <p:sp>
        <p:nvSpPr>
          <p:cNvPr id="178" name="TextBox 178">
            <a:extLst>
              <a:ext uri="{FF2B5EF4-FFF2-40B4-BE49-F238E27FC236}">
                <a16:creationId xmlns:a16="http://schemas.microsoft.com/office/drawing/2014/main" id="{0442B6C9-C50A-49B0-A12A-ABB299EEE9FF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89</a:t>
            </a:r>
          </a:p>
        </p:txBody>
      </p:sp>
      <p:sp>
        <p:nvSpPr>
          <p:cNvPr id="179" name="TextBox 179">
            <a:extLst>
              <a:ext uri="{FF2B5EF4-FFF2-40B4-BE49-F238E27FC236}">
                <a16:creationId xmlns:a16="http://schemas.microsoft.com/office/drawing/2014/main" id="{D6F23C5A-FB97-44F0-BAC6-FD45070C860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89.</a:t>
            </a:r>
          </a:p>
        </p:txBody>
      </p:sp>
      <p:sp>
        <p:nvSpPr>
          <p:cNvPr id="180" name="TextBox 180">
            <a:extLst>
              <a:ext uri="{FF2B5EF4-FFF2-40B4-BE49-F238E27FC236}">
                <a16:creationId xmlns:a16="http://schemas.microsoft.com/office/drawing/2014/main" id="{0E87D6D6-8756-4DA9-9CF8-5D3E184792F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90</a:t>
            </a:r>
          </a:p>
        </p:txBody>
      </p:sp>
      <p:sp>
        <p:nvSpPr>
          <p:cNvPr id="181" name="TextBox 181">
            <a:extLst>
              <a:ext uri="{FF2B5EF4-FFF2-40B4-BE49-F238E27FC236}">
                <a16:creationId xmlns:a16="http://schemas.microsoft.com/office/drawing/2014/main" id="{3873A3E9-3D63-4BAE-9C30-6B39341FD39E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90.</a:t>
            </a:r>
          </a:p>
        </p:txBody>
      </p:sp>
      <p:sp>
        <p:nvSpPr>
          <p:cNvPr id="182" name="TextBox 182">
            <a:extLst>
              <a:ext uri="{FF2B5EF4-FFF2-40B4-BE49-F238E27FC236}">
                <a16:creationId xmlns:a16="http://schemas.microsoft.com/office/drawing/2014/main" id="{FDE925BF-7F11-4135-A431-5DC991C5C241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91</a:t>
            </a:r>
          </a:p>
        </p:txBody>
      </p:sp>
      <p:sp>
        <p:nvSpPr>
          <p:cNvPr id="183" name="TextBox 183">
            <a:extLst>
              <a:ext uri="{FF2B5EF4-FFF2-40B4-BE49-F238E27FC236}">
                <a16:creationId xmlns:a16="http://schemas.microsoft.com/office/drawing/2014/main" id="{1045F2C9-A81B-4891-B2A6-CF27BACEBC3B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91.</a:t>
            </a:r>
          </a:p>
        </p:txBody>
      </p:sp>
      <p:sp>
        <p:nvSpPr>
          <p:cNvPr id="184" name="TextBox 184">
            <a:extLst>
              <a:ext uri="{FF2B5EF4-FFF2-40B4-BE49-F238E27FC236}">
                <a16:creationId xmlns:a16="http://schemas.microsoft.com/office/drawing/2014/main" id="{F32AA054-9090-4B8A-9CD1-9FBC8D6A77C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92</a:t>
            </a:r>
          </a:p>
        </p:txBody>
      </p:sp>
      <p:sp>
        <p:nvSpPr>
          <p:cNvPr id="185" name="TextBox 185">
            <a:extLst>
              <a:ext uri="{FF2B5EF4-FFF2-40B4-BE49-F238E27FC236}">
                <a16:creationId xmlns:a16="http://schemas.microsoft.com/office/drawing/2014/main" id="{CEFD7C4D-5D4A-4E6E-B666-11CC475E2286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92.</a:t>
            </a:r>
          </a:p>
        </p:txBody>
      </p:sp>
      <p:sp>
        <p:nvSpPr>
          <p:cNvPr id="186" name="TextBox 186">
            <a:extLst>
              <a:ext uri="{FF2B5EF4-FFF2-40B4-BE49-F238E27FC236}">
                <a16:creationId xmlns:a16="http://schemas.microsoft.com/office/drawing/2014/main" id="{5568A294-E7AF-45C2-A785-4488513A459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93</a:t>
            </a:r>
          </a:p>
        </p:txBody>
      </p:sp>
      <p:sp>
        <p:nvSpPr>
          <p:cNvPr id="187" name="TextBox 187">
            <a:extLst>
              <a:ext uri="{FF2B5EF4-FFF2-40B4-BE49-F238E27FC236}">
                <a16:creationId xmlns:a16="http://schemas.microsoft.com/office/drawing/2014/main" id="{64DA20C1-9B31-46D8-825F-696C54DC39D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93.</a:t>
            </a:r>
          </a:p>
        </p:txBody>
      </p:sp>
      <p:sp>
        <p:nvSpPr>
          <p:cNvPr id="188" name="TextBox 188">
            <a:extLst>
              <a:ext uri="{FF2B5EF4-FFF2-40B4-BE49-F238E27FC236}">
                <a16:creationId xmlns:a16="http://schemas.microsoft.com/office/drawing/2014/main" id="{D8E18A77-30EE-449B-9F67-0BDB42CFFF75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94</a:t>
            </a:r>
          </a:p>
        </p:txBody>
      </p:sp>
      <p:sp>
        <p:nvSpPr>
          <p:cNvPr id="189" name="TextBox 189">
            <a:extLst>
              <a:ext uri="{FF2B5EF4-FFF2-40B4-BE49-F238E27FC236}">
                <a16:creationId xmlns:a16="http://schemas.microsoft.com/office/drawing/2014/main" id="{EE867B44-6CE7-44B8-A903-5C5C63D7640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94.</a:t>
            </a:r>
          </a:p>
        </p:txBody>
      </p:sp>
      <p:sp>
        <p:nvSpPr>
          <p:cNvPr id="190" name="TextBox 190">
            <a:extLst>
              <a:ext uri="{FF2B5EF4-FFF2-40B4-BE49-F238E27FC236}">
                <a16:creationId xmlns:a16="http://schemas.microsoft.com/office/drawing/2014/main" id="{2408D738-6061-47E1-840D-5ECA3966B192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95</a:t>
            </a:r>
          </a:p>
        </p:txBody>
      </p:sp>
      <p:sp>
        <p:nvSpPr>
          <p:cNvPr id="191" name="TextBox 191">
            <a:extLst>
              <a:ext uri="{FF2B5EF4-FFF2-40B4-BE49-F238E27FC236}">
                <a16:creationId xmlns:a16="http://schemas.microsoft.com/office/drawing/2014/main" id="{4D33D311-4430-4623-8011-267EFDB0AC7D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95.</a:t>
            </a:r>
          </a:p>
        </p:txBody>
      </p:sp>
      <p:sp>
        <p:nvSpPr>
          <p:cNvPr id="192" name="TextBox 192">
            <a:extLst>
              <a:ext uri="{FF2B5EF4-FFF2-40B4-BE49-F238E27FC236}">
                <a16:creationId xmlns:a16="http://schemas.microsoft.com/office/drawing/2014/main" id="{15906624-574E-4D24-8BBF-3B1231DFD10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96</a:t>
            </a:r>
          </a:p>
        </p:txBody>
      </p:sp>
      <p:sp>
        <p:nvSpPr>
          <p:cNvPr id="193" name="TextBox 193">
            <a:extLst>
              <a:ext uri="{FF2B5EF4-FFF2-40B4-BE49-F238E27FC236}">
                <a16:creationId xmlns:a16="http://schemas.microsoft.com/office/drawing/2014/main" id="{B622F36E-339B-4B93-96B5-4BEC77048DAF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96.</a:t>
            </a:r>
          </a:p>
        </p:txBody>
      </p:sp>
      <p:sp>
        <p:nvSpPr>
          <p:cNvPr id="194" name="TextBox 194">
            <a:extLst>
              <a:ext uri="{FF2B5EF4-FFF2-40B4-BE49-F238E27FC236}">
                <a16:creationId xmlns:a16="http://schemas.microsoft.com/office/drawing/2014/main" id="{CEF03D50-3554-4FE6-8106-7296A531894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97</a:t>
            </a:r>
          </a:p>
        </p:txBody>
      </p:sp>
      <p:sp>
        <p:nvSpPr>
          <p:cNvPr id="195" name="TextBox 195">
            <a:extLst>
              <a:ext uri="{FF2B5EF4-FFF2-40B4-BE49-F238E27FC236}">
                <a16:creationId xmlns:a16="http://schemas.microsoft.com/office/drawing/2014/main" id="{737F24A4-65A3-4097-8315-16BC1BB6E8A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97.</a:t>
            </a:r>
          </a:p>
        </p:txBody>
      </p:sp>
      <p:sp>
        <p:nvSpPr>
          <p:cNvPr id="196" name="TextBox 196">
            <a:extLst>
              <a:ext uri="{FF2B5EF4-FFF2-40B4-BE49-F238E27FC236}">
                <a16:creationId xmlns:a16="http://schemas.microsoft.com/office/drawing/2014/main" id="{C4D5A7A1-DC81-4899-A61E-D6708BCD9390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98</a:t>
            </a:r>
          </a:p>
        </p:txBody>
      </p:sp>
      <p:sp>
        <p:nvSpPr>
          <p:cNvPr id="197" name="TextBox 197">
            <a:extLst>
              <a:ext uri="{FF2B5EF4-FFF2-40B4-BE49-F238E27FC236}">
                <a16:creationId xmlns:a16="http://schemas.microsoft.com/office/drawing/2014/main" id="{9E07BDB4-5C72-4C66-94F2-8BD0ADF4225C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98.</a:t>
            </a:r>
          </a:p>
        </p:txBody>
      </p:sp>
      <p:sp>
        <p:nvSpPr>
          <p:cNvPr id="198" name="TextBox 198">
            <a:extLst>
              <a:ext uri="{FF2B5EF4-FFF2-40B4-BE49-F238E27FC236}">
                <a16:creationId xmlns:a16="http://schemas.microsoft.com/office/drawing/2014/main" id="{6AFCE953-7057-4150-A7B0-C010F523EE7D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99</a:t>
            </a:r>
          </a:p>
        </p:txBody>
      </p:sp>
      <p:sp>
        <p:nvSpPr>
          <p:cNvPr id="199" name="TextBox 199">
            <a:extLst>
              <a:ext uri="{FF2B5EF4-FFF2-40B4-BE49-F238E27FC236}">
                <a16:creationId xmlns:a16="http://schemas.microsoft.com/office/drawing/2014/main" id="{8D732C4C-9836-474D-B877-8A3B730EAB0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99.</a:t>
            </a:r>
          </a:p>
        </p:txBody>
      </p:sp>
      <p:sp>
        <p:nvSpPr>
          <p:cNvPr id="200" name="TextBox 200">
            <a:extLst>
              <a:ext uri="{FF2B5EF4-FFF2-40B4-BE49-F238E27FC236}">
                <a16:creationId xmlns:a16="http://schemas.microsoft.com/office/drawing/2014/main" id="{E79CBAF5-BE04-40EC-9D1F-D375D110613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Section 100</a:t>
            </a:r>
          </a:p>
        </p:txBody>
      </p:sp>
      <p:sp>
        <p:nvSpPr>
          <p:cNvPr id="201" name="TextBox 201">
            <a:extLst>
              <a:ext uri="{FF2B5EF4-FFF2-40B4-BE49-F238E27FC236}">
                <a16:creationId xmlns:a16="http://schemas.microsoft.com/office/drawing/2014/main" id="{547A2C24-8AB9-4196-8277-EC9150238A1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Pressure fixture page 100.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