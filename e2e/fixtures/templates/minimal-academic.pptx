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6812D53-1BF4-46F9-BF96-FE22AA9A5B30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3FCABE5-DDBF-4137-A5C0-A92319099084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6812D53-1BF4-46F9-BF96-FE22AA9A5B30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3FCABE5-DDBF-4137-A5C0-A92319099084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B1A2E1F-86BF-4315-A500-E03A2094210F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Research Method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B7F736C-7A77-44FD-BA3A-9BA7D5E93B4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Mixed-method design with a controlled study.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6812D53-1BF4-46F9-BF96-FE22AA9A5B30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3FCABE5-DDBF-4137-A5C0-A92319099084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B1A2E1F-86BF-4315-A500-E03A2094210F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Research Method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B7F736C-7A77-44FD-BA3A-9BA7D5E93B4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Mixed-method design with a controlled study.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970854F-A45D-4261-B97B-ED22B7B8D5E3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Conclusion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CC88BE3-190E-40B9-B850-BEB50F34784E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The owned fixture closes the E2E loop.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