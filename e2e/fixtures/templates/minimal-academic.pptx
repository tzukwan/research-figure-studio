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5211480-6452-4AFD-95A8-78AD63BBFA26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Minimal Academic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6C92C43-FF7E-4686-AE7D-6CD25A08148F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A thesis-defense style owned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5211480-6452-4AFD-95A8-78AD63BBFA26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Minimal Academic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6C92C43-FF7E-4686-AE7D-6CD25A08148F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A thesis-defense style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6FE5369-33DA-4F4B-9212-4F5D85862D1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Research Method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F67BCE7-339B-4CB3-8C97-7C3CD91E010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Mixed-method design with a controlled study.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5211480-6452-4AFD-95A8-78AD63BBFA26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Minimal Academic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6C92C43-FF7E-4686-AE7D-6CD25A08148F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A thesis-defense style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6FE5369-33DA-4F4B-9212-4F5D85862D1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Research Method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F67BCE7-339B-4CB3-8C97-7C3CD91E010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Mixed-method design with a controlled study.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705E697-C2A5-40D0-8E1B-1EA95AFCFA2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Conclusion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FE0BB21-E8FF-4A56-B2F6-247501A900D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The owned fixture closes the E2E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