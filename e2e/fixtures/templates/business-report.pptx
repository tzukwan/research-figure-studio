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0896E0A0-AB24-4096-B013-EB03D8520F72}"/>
              </a:ext>
            </a:extLst>
          </p:cNvPr>
          <p:cNvSpPr txBox="1"/>
          <p:nvPr/>
        </p:nvSpPr>
        <p:spPr>
          <a:xfrm>
            <a:off x="914400" y="1828800"/>
            <a:ext cx="9906000" cy="1371600"/>
          </a:xfrm>
        </p:spPr>
        <p:txBody>
          <a:bodyPr wrap="square" rtlCol="0"/>
          <a:lstStyle/>
          <a:p>
            <a:r>
              <a:rPr sz="3600" b="1"/>
              <a:t>Business Report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73D6F82-B0A3-45F6-B846-60EFDC681236}"/>
              </a:ext>
            </a:extLst>
          </p:cNvPr>
          <p:cNvSpPr txBox="1"/>
          <p:nvPr/>
        </p:nvSpPr>
        <p:spPr>
          <a:xfrm>
            <a:off x="914400" y="3200400"/>
            <a:ext cx="9906000" cy="914400"/>
          </a:xfrm>
        </p:spPr>
        <p:txBody>
          <a:bodyPr wrap="square" rtlCol="0"/>
          <a:lstStyle/>
          <a:p>
            <a:r>
              <a:rPr sz="1800"/>
              <a:t>Quarterly review deck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D71CA59-8B4A-4120-8837-6FD99C37858C}"/>
              </a:ext>
            </a:extLst>
          </p:cNvPr>
          <p:cNvSpPr txBox="1"/>
          <p:nvPr/>
        </p:nvSpPr>
        <p:spPr>
          <a:xfrm>
            <a:off x="914400" y="457200"/>
            <a:ext cx="9906000" cy="914400"/>
          </a:xfrm>
        </p:spPr>
        <p:txBody>
          <a:bodyPr wrap="square" rtlCol="0"/>
          <a:lstStyle/>
          <a:p>
            <a:r>
              <a:rPr sz="2400" b="1"/>
              <a:t>Highlights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875D5A18-59C9-4725-AA90-DCD354F9B6C7}"/>
              </a:ext>
            </a:extLst>
          </p:cNvPr>
          <p:cNvSpPr txBox="1"/>
          <p:nvPr/>
        </p:nvSpPr>
        <p:spPr>
          <a:xfrm>
            <a:off x="914400" y="1371600"/>
            <a:ext cx="9906000" cy="4572000"/>
          </a:xfrm>
        </p:spPr>
        <p:txBody>
          <a:bodyPr wrap="square" rtlCol="0"/>
          <a:lstStyle/>
          <a:p>
            <a:r>
              <a:rPr sz="1400"/>
              <a:t>Highlights for the business review fixture.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86791675-C0F6-4EC3-9A14-73ED4E8A2611}"/>
              </a:ext>
            </a:extLst>
          </p:cNvPr>
          <p:cNvSpPr txBox="1"/>
          <p:nvPr/>
        </p:nvSpPr>
        <p:spPr>
          <a:xfrm>
            <a:off x="914400" y="457200"/>
            <a:ext cx="9906000" cy="914400"/>
          </a:xfrm>
        </p:spPr>
        <p:txBody>
          <a:bodyPr wrap="square" rtlCol="0"/>
          <a:lstStyle/>
          <a:p>
            <a:r>
              <a:rPr sz="2400" b="1"/>
              <a:t>Risks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7594E8AB-DC11-40DD-AAA1-3FCC2C53E78F}"/>
              </a:ext>
            </a:extLst>
          </p:cNvPr>
          <p:cNvSpPr txBox="1"/>
          <p:nvPr/>
        </p:nvSpPr>
        <p:spPr>
          <a:xfrm>
            <a:off x="914400" y="1371600"/>
            <a:ext cx="9906000" cy="4572000"/>
          </a:xfrm>
        </p:spPr>
        <p:txBody>
          <a:bodyPr wrap="square" rtlCol="0"/>
          <a:lstStyle/>
          <a:p>
            <a:r>
              <a:rPr sz="1400"/>
              <a:t>Risks for the business review fixture.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20EF230-BCC8-4F54-829D-538CA5111FA5}"/>
              </a:ext>
            </a:extLst>
          </p:cNvPr>
          <p:cNvSpPr txBox="1"/>
          <p:nvPr/>
        </p:nvSpPr>
        <p:spPr>
          <a:xfrm>
            <a:off x="914400" y="457200"/>
            <a:ext cx="9906000" cy="914400"/>
          </a:xfrm>
        </p:spPr>
        <p:txBody>
          <a:bodyPr wrap="square" rtlCol="0"/>
          <a:lstStyle/>
          <a:p>
            <a:r>
              <a:rPr sz="2400" b="1"/>
              <a:t>Outlook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CD6518A0-B291-47AF-838A-9694001A6C2C}"/>
              </a:ext>
            </a:extLst>
          </p:cNvPr>
          <p:cNvSpPr txBox="1"/>
          <p:nvPr/>
        </p:nvSpPr>
        <p:spPr>
          <a:xfrm>
            <a:off x="914400" y="1371600"/>
            <a:ext cx="9906000" cy="4572000"/>
          </a:xfrm>
        </p:spPr>
        <p:txBody>
          <a:bodyPr wrap="square" rtlCol="0"/>
          <a:lstStyle/>
          <a:p>
            <a:r>
              <a:rPr sz="1400"/>
              <a:t>Outlook for the business review fixture.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92AE201-E672-4650-A146-1780A3EFB6B8}"/>
              </a:ext>
            </a:extLst>
          </p:cNvPr>
          <p:cNvSpPr txBox="1"/>
          <p:nvPr/>
        </p:nvSpPr>
        <p:spPr>
          <a:xfrm>
            <a:off x="914400" y="457200"/>
            <a:ext cx="9906000" cy="914400"/>
          </a:xfrm>
        </p:spPr>
        <p:txBody>
          <a:bodyPr wrap="square" rtlCol="0"/>
          <a:lstStyle/>
          <a:p>
            <a:r>
              <a:rPr sz="2400" b="1"/>
              <a:t>Appendix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9F04380-86D3-46E6-9AE4-0D46E86F6994}"/>
              </a:ext>
            </a:extLst>
          </p:cNvPr>
          <p:cNvSpPr txBox="1"/>
          <p:nvPr/>
        </p:nvSpPr>
        <p:spPr>
          <a:xfrm>
            <a:off x="914400" y="1371600"/>
            <a:ext cx="9906000" cy="4572000"/>
          </a:xfrm>
        </p:spPr>
        <p:txBody>
          <a:bodyPr wrap="square" rtlCol="0"/>
          <a:lstStyle/>
          <a:p>
            <a:r>
              <a:rPr sz="1400"/>
              <a:t>Appendix for the business review fixture.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