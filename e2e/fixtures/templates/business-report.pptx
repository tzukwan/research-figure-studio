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114FAF6-B8C5-48AB-958C-C8065373C9AE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Business Report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5D52296-2429-4198-BD2C-54E3EBBF5EDF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Quarterly review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114FAF6-B8C5-48AB-958C-C8065373C9AE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Business Report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5D52296-2429-4198-BD2C-54E3EBBF5EDF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Quarterly review deck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E63792-837E-40CB-9A6F-D8DCB0E194D7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Highlights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A71309C-908F-4878-A232-52C43E17B822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Highlights for the business review fixture.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114FAF6-B8C5-48AB-958C-C8065373C9AE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Business Report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5D52296-2429-4198-BD2C-54E3EBBF5EDF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Quarterly review deck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E63792-837E-40CB-9A6F-D8DCB0E194D7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Highlights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A71309C-908F-4878-A232-52C43E17B822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Highlights for the business review fixture.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B39D2FD-370E-418E-813E-D08D8872DE13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Risks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88CDC25-B5AE-4818-87E8-FDB4DF26B976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Risks for the business review fixture.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114FAF6-B8C5-48AB-958C-C8065373C9AE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Business Report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5D52296-2429-4198-BD2C-54E3EBBF5EDF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Quarterly review deck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E63792-837E-40CB-9A6F-D8DCB0E194D7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Highlights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A71309C-908F-4878-A232-52C43E17B822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Highlights for the business review fixture.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B39D2FD-370E-418E-813E-D08D8872DE13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Risks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88CDC25-B5AE-4818-87E8-FDB4DF26B976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Risks for the business review fixture.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BCAB92-6AF6-419C-8D7B-D374E3064BA7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Outlook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2992687-7628-45FE-B165-27E25A4E617B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Outlook for the business review fixture.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114FAF6-B8C5-48AB-958C-C8065373C9AE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Business Report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5D52296-2429-4198-BD2C-54E3EBBF5EDF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Quarterly review deck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AE63792-837E-40CB-9A6F-D8DCB0E194D7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Highlights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A71309C-908F-4878-A232-52C43E17B822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Highlights for the business review fixture.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B39D2FD-370E-418E-813E-D08D8872DE13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Risks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88CDC25-B5AE-4818-87E8-FDB4DF26B976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Risks for the business review fixture.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BCAB92-6AF6-419C-8D7B-D374E3064BA7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Outlook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2992687-7628-45FE-B165-27E25A4E617B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Outlook for the business review fixture.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F64E1B5-7623-442B-B187-617B83A0E7B2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Appendix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6D0EE91-A4E3-4F42-8916-A78E42836BFB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Appendix for the business review fixture.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