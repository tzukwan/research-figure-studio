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FB11581-0C26-43D4-8C6A-0E282C0D9C1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C77518-5742-4A24-8C80-9490E4A6B42D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FB11581-0C26-43D4-8C6A-0E282C0D9C1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C77518-5742-4A24-8C80-9490E4A6B42D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A19419-8CE1-4FD5-9212-0B2FE4B7EB3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Highlights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0544699-0B20-4924-8B79-9F9CBBF6A3E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Highlights for the business review fixture.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FB11581-0C26-43D4-8C6A-0E282C0D9C1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C77518-5742-4A24-8C80-9490E4A6B42D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A19419-8CE1-4FD5-9212-0B2FE4B7EB3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Highlights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0544699-0B20-4924-8B79-9F9CBBF6A3E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Highlights for the business review fixture.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E57C9D9-4D28-423E-A261-647A60B597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Risks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FBECD4E-E64A-472F-9517-61C889ECB72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Risks for the business review fixture.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FB11581-0C26-43D4-8C6A-0E282C0D9C1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C77518-5742-4A24-8C80-9490E4A6B42D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A19419-8CE1-4FD5-9212-0B2FE4B7EB3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Highlights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0544699-0B20-4924-8B79-9F9CBBF6A3E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Highlights for the business review fixture.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E57C9D9-4D28-423E-A261-647A60B597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Risks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FBECD4E-E64A-472F-9517-61C889ECB72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Risks for the business review fixture.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CDD7FCE-C50F-4011-AAB6-FE91C26E9A1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Outlook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4CD9F61-C46D-45E1-A373-DD4CE78B00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Outlook for the business review fixture.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6FB11581-0C26-43D4-8C6A-0E282C0D9C16}"/>
              </a:ext>
            </a:extLst>
          </p:cNvPr>
          <p:cNvSpPr txBox="1"/>
          <p:nvPr/>
        </p:nvSpPr>
        <p:spPr>
          <a:xfrm>
            <a:off x="914400" y="1828800"/>
            <a:ext cx="9906000" cy="1371600"/>
          </a:xfrm>
        </p:spPr>
        <p:txBody>
          <a:bodyPr wrap="square" rtlCol="0"/>
          <a:lstStyle/>
          <a:p>
            <a:r>
              <a:rPr sz="3600" b="1"/>
              <a:t>Business Report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E1C77518-5742-4A24-8C80-9490E4A6B42D}"/>
              </a:ext>
            </a:extLst>
          </p:cNvPr>
          <p:cNvSpPr txBox="1"/>
          <p:nvPr/>
        </p:nvSpPr>
        <p:spPr>
          <a:xfrm>
            <a:off x="914400" y="3200400"/>
            <a:ext cx="9906000" cy="914400"/>
          </a:xfrm>
        </p:spPr>
        <p:txBody>
          <a:bodyPr wrap="square" rtlCol="0"/>
          <a:lstStyle/>
          <a:p>
            <a:r>
              <a:rPr sz="1800"/>
              <a:t>Quarterly review deck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2A19419-8CE1-4FD5-9212-0B2FE4B7EB3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Highlights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0544699-0B20-4924-8B79-9F9CBBF6A3E5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Highlights for the business review fixture.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E57C9D9-4D28-423E-A261-647A60B597EB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Risks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FBECD4E-E64A-472F-9517-61C889ECB723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Risks for the business review fixture.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CDD7FCE-C50F-4011-AAB6-FE91C26E9A13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Outlook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4CD9F61-C46D-45E1-A373-DD4CE78B0089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Outlook for the business review fixture.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95FE9F1-7AE5-4F6F-910C-AEEB945C0164}"/>
              </a:ext>
            </a:extLst>
          </p:cNvPr>
          <p:cNvSpPr txBox="1"/>
          <p:nvPr/>
        </p:nvSpPr>
        <p:spPr>
          <a:xfrm>
            <a:off x="914400" y="457200"/>
            <a:ext cx="9906000" cy="914400"/>
          </a:xfrm>
        </p:spPr>
        <p:txBody>
          <a:bodyPr wrap="square" rtlCol="0"/>
          <a:lstStyle/>
          <a:p>
            <a:r>
              <a:rPr sz="2400" b="1"/>
              <a:t>Appendix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E4D9C918-E5B0-4D45-A713-57EA77642088}"/>
              </a:ext>
            </a:extLst>
          </p:cNvPr>
          <p:cNvSpPr txBox="1"/>
          <p:nvPr/>
        </p:nvSpPr>
        <p:spPr>
          <a:xfrm>
            <a:off x="914400" y="1371600"/>
            <a:ext cx="9906000" cy="4572000"/>
          </a:xfrm>
        </p:spPr>
        <p:txBody>
          <a:bodyPr wrap="square" rtlCol="0"/>
          <a:lstStyle/>
          <a:p>
            <a:r>
              <a:rPr sz="1400"/>
              <a:t>Appendix for the business review fixture.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